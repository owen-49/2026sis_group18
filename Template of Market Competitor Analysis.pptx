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67" r:id="rId4"/>
  </p:sldMasterIdLst>
  <p:notesMasterIdLst>
    <p:notesMasterId r:id="rId12"/>
  </p:notesMasterIdLst>
  <p:sldIdLst>
    <p:sldId id="428" r:id="rId5"/>
    <p:sldId id="433" r:id="rId6"/>
    <p:sldId id="448" r:id="rId7"/>
    <p:sldId id="445" r:id="rId8"/>
    <p:sldId id="446" r:id="rId9"/>
    <p:sldId id="449" r:id="rId10"/>
    <p:sldId id="276" r:id="rId11"/>
  </p:sldIdLst>
  <p:sldSz cx="24382413" cy="13716000"/>
  <p:notesSz cx="6858000" cy="9144000"/>
  <p:embeddedFontLst>
    <p:embeddedFont>
      <p:font typeface="Helvetica Neue" panose="02000503000000020004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18"/>
  </p:normalViewPr>
  <p:slideViewPr>
    <p:cSldViewPr snapToGrid="0">
      <p:cViewPr varScale="1">
        <p:scale>
          <a:sx n="57" d="100"/>
          <a:sy n="57" d="100"/>
        </p:scale>
        <p:origin x="17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mer Martillano" userId="1038f39b-6589-4260-a20d-11c348e15edb" providerId="ADAL" clId="{58A1B4A8-9A73-AB44-A59C-D0B6E56D0DDF}"/>
    <pc:docChg chg="sldOrd">
      <pc:chgData name="Homer Martillano" userId="1038f39b-6589-4260-a20d-11c348e15edb" providerId="ADAL" clId="{58A1B4A8-9A73-AB44-A59C-D0B6E56D0DDF}" dt="2022-08-26T07:59:47.686" v="0" actId="20578"/>
      <pc:docMkLst>
        <pc:docMk/>
      </pc:docMkLst>
      <pc:sldChg chg="ord">
        <pc:chgData name="Homer Martillano" userId="1038f39b-6589-4260-a20d-11c348e15edb" providerId="ADAL" clId="{58A1B4A8-9A73-AB44-A59C-D0B6E56D0DDF}" dt="2022-08-26T07:59:47.686" v="0" actId="20578"/>
        <pc:sldMkLst>
          <pc:docMk/>
          <pc:sldMk cId="3436241484" sldId="433"/>
        </pc:sldMkLst>
      </pc:sldChg>
    </pc:docChg>
  </pc:docChgLst>
  <pc:docChgLst>
    <pc:chgData name="YK Wang" userId="fde87a3d-d2fb-4eb7-8849-09e96483071c" providerId="ADAL" clId="{7DDC5055-F040-5348-B75F-C7548D176678}"/>
    <pc:docChg chg="custSel modSld">
      <pc:chgData name="YK Wang" userId="fde87a3d-d2fb-4eb7-8849-09e96483071c" providerId="ADAL" clId="{7DDC5055-F040-5348-B75F-C7548D176678}" dt="2023-09-03T23:51:05.313" v="25" actId="5793"/>
      <pc:docMkLst>
        <pc:docMk/>
      </pc:docMkLst>
      <pc:sldChg chg="modSp mod">
        <pc:chgData name="YK Wang" userId="fde87a3d-d2fb-4eb7-8849-09e96483071c" providerId="ADAL" clId="{7DDC5055-F040-5348-B75F-C7548D176678}" dt="2023-09-03T23:51:05.313" v="25" actId="5793"/>
        <pc:sldMkLst>
          <pc:docMk/>
          <pc:sldMk cId="3841469159" sldId="434"/>
        </pc:sldMkLst>
      </pc:sldChg>
    </pc:docChg>
  </pc:docChgLst>
  <pc:docChgLst>
    <pc:chgData name="YK Wang" userId="fde87a3d-d2fb-4eb7-8849-09e96483071c" providerId="ADAL" clId="{E339A871-9D37-AC4F-B908-C6F4503BC8EE}"/>
    <pc:docChg chg="undo custSel addSld delSld modSld">
      <pc:chgData name="YK Wang" userId="fde87a3d-d2fb-4eb7-8849-09e96483071c" providerId="ADAL" clId="{E339A871-9D37-AC4F-B908-C6F4503BC8EE}" dt="2024-08-14T06:38:23.036" v="604" actId="14100"/>
      <pc:docMkLst>
        <pc:docMk/>
      </pc:docMkLst>
      <pc:sldChg chg="modSp mod">
        <pc:chgData name="YK Wang" userId="fde87a3d-d2fb-4eb7-8849-09e96483071c" providerId="ADAL" clId="{E339A871-9D37-AC4F-B908-C6F4503BC8EE}" dt="2024-08-14T06:32:16.259" v="579" actId="20577"/>
        <pc:sldMkLst>
          <pc:docMk/>
          <pc:sldMk cId="3436241484" sldId="433"/>
        </pc:sldMkLst>
      </pc:sldChg>
      <pc:sldChg chg="del">
        <pc:chgData name="YK Wang" userId="fde87a3d-d2fb-4eb7-8849-09e96483071c" providerId="ADAL" clId="{E339A871-9D37-AC4F-B908-C6F4503BC8EE}" dt="2024-08-14T06:03:54.484" v="0" actId="2696"/>
        <pc:sldMkLst>
          <pc:docMk/>
          <pc:sldMk cId="4095176721" sldId="443"/>
        </pc:sldMkLst>
      </pc:sldChg>
      <pc:sldChg chg="del">
        <pc:chgData name="YK Wang" userId="fde87a3d-d2fb-4eb7-8849-09e96483071c" providerId="ADAL" clId="{E339A871-9D37-AC4F-B908-C6F4503BC8EE}" dt="2024-08-14T06:07:03.254" v="162" actId="2696"/>
        <pc:sldMkLst>
          <pc:docMk/>
          <pc:sldMk cId="3452080249" sldId="444"/>
        </pc:sldMkLst>
      </pc:sldChg>
      <pc:sldChg chg="modSp mod">
        <pc:chgData name="YK Wang" userId="fde87a3d-d2fb-4eb7-8849-09e96483071c" providerId="ADAL" clId="{E339A871-9D37-AC4F-B908-C6F4503BC8EE}" dt="2024-08-14T06:13:45.674" v="487" actId="20577"/>
        <pc:sldMkLst>
          <pc:docMk/>
          <pc:sldMk cId="1966889161" sldId="445"/>
        </pc:sldMkLst>
      </pc:sldChg>
      <pc:sldChg chg="modSp add mod">
        <pc:chgData name="YK Wang" userId="fde87a3d-d2fb-4eb7-8849-09e96483071c" providerId="ADAL" clId="{E339A871-9D37-AC4F-B908-C6F4503BC8EE}" dt="2024-08-14T06:15:12.264" v="501" actId="20577"/>
        <pc:sldMkLst>
          <pc:docMk/>
          <pc:sldMk cId="1246459210" sldId="446"/>
        </pc:sldMkLst>
      </pc:sldChg>
      <pc:sldChg chg="modSp add mod">
        <pc:chgData name="YK Wang" userId="fde87a3d-d2fb-4eb7-8849-09e96483071c" providerId="ADAL" clId="{E339A871-9D37-AC4F-B908-C6F4503BC8EE}" dt="2024-08-14T06:15:17.679" v="504" actId="20577"/>
        <pc:sldMkLst>
          <pc:docMk/>
          <pc:sldMk cId="1721777488" sldId="447"/>
        </pc:sldMkLst>
      </pc:sldChg>
      <pc:sldChg chg="addSp delSp modSp add mod">
        <pc:chgData name="YK Wang" userId="fde87a3d-d2fb-4eb7-8849-09e96483071c" providerId="ADAL" clId="{E339A871-9D37-AC4F-B908-C6F4503BC8EE}" dt="2024-08-14T06:38:23.036" v="604" actId="14100"/>
        <pc:sldMkLst>
          <pc:docMk/>
          <pc:sldMk cId="3591756656" sldId="448"/>
        </pc:sldMkLst>
      </pc:sldChg>
    </pc:docChg>
  </pc:docChgLst>
  <pc:docChgLst>
    <pc:chgData name="Jerome Sario" userId="S::jerome.h.sario@student.uts.edu.au::ab773d7b-70e0-4027-86b8-c505866e05d2" providerId="AD" clId="Web-{D499FE80-55B8-4D31-B30D-7D290C5E98E2}"/>
    <pc:docChg chg="sldOrd">
      <pc:chgData name="Jerome Sario" userId="S::jerome.h.sario@student.uts.edu.au::ab773d7b-70e0-4027-86b8-c505866e05d2" providerId="AD" clId="Web-{D499FE80-55B8-4D31-B30D-7D290C5E98E2}" dt="2023-08-28T11:07:36.201" v="0"/>
      <pc:docMkLst>
        <pc:docMk/>
      </pc:docMkLst>
      <pc:sldChg chg="ord">
        <pc:chgData name="Jerome Sario" userId="S::jerome.h.sario@student.uts.edu.au::ab773d7b-70e0-4027-86b8-c505866e05d2" providerId="AD" clId="Web-{D499FE80-55B8-4D31-B30D-7D290C5E98E2}" dt="2023-08-28T11:07:36.201" v="0"/>
        <pc:sldMkLst>
          <pc:docMk/>
          <pc:sldMk cId="4108184696" sldId="435"/>
        </pc:sldMkLst>
      </pc:sldChg>
    </pc:docChg>
  </pc:docChgLst>
  <pc:docChgLst>
    <pc:chgData name="YK Wang" userId="fde87a3d-d2fb-4eb7-8849-09e96483071c" providerId="ADAL" clId="{36EE20D2-4E91-A44E-815F-2BD8ADDE4C34}"/>
    <pc:docChg chg="undo custSel addSld delSld modSld">
      <pc:chgData name="YK Wang" userId="fde87a3d-d2fb-4eb7-8849-09e96483071c" providerId="ADAL" clId="{36EE20D2-4E91-A44E-815F-2BD8ADDE4C34}" dt="2024-08-08T07:04:04.652" v="649" actId="20577"/>
      <pc:docMkLst>
        <pc:docMk/>
      </pc:docMkLst>
      <pc:sldChg chg="modSp mod">
        <pc:chgData name="YK Wang" userId="fde87a3d-d2fb-4eb7-8849-09e96483071c" providerId="ADAL" clId="{36EE20D2-4E91-A44E-815F-2BD8ADDE4C34}" dt="2024-08-08T06:58:36.731" v="542" actId="20577"/>
        <pc:sldMkLst>
          <pc:docMk/>
          <pc:sldMk cId="3436241484" sldId="433"/>
        </pc:sldMkLst>
      </pc:sldChg>
      <pc:sldChg chg="del">
        <pc:chgData name="YK Wang" userId="fde87a3d-d2fb-4eb7-8849-09e96483071c" providerId="ADAL" clId="{36EE20D2-4E91-A44E-815F-2BD8ADDE4C34}" dt="2024-08-08T06:40:50.019" v="22" actId="2696"/>
        <pc:sldMkLst>
          <pc:docMk/>
          <pc:sldMk cId="3841469159" sldId="434"/>
        </pc:sldMkLst>
      </pc:sldChg>
      <pc:sldChg chg="del">
        <pc:chgData name="YK Wang" userId="fde87a3d-d2fb-4eb7-8849-09e96483071c" providerId="ADAL" clId="{36EE20D2-4E91-A44E-815F-2BD8ADDE4C34}" dt="2024-08-08T06:43:38.784" v="107" actId="2696"/>
        <pc:sldMkLst>
          <pc:docMk/>
          <pc:sldMk cId="4108184696" sldId="435"/>
        </pc:sldMkLst>
      </pc:sldChg>
      <pc:sldChg chg="modSp mod">
        <pc:chgData name="YK Wang" userId="fde87a3d-d2fb-4eb7-8849-09e96483071c" providerId="ADAL" clId="{36EE20D2-4E91-A44E-815F-2BD8ADDE4C34}" dt="2024-08-08T06:57:27.016" v="518" actId="20577"/>
        <pc:sldMkLst>
          <pc:docMk/>
          <pc:sldMk cId="4095176721" sldId="443"/>
        </pc:sldMkLst>
      </pc:sldChg>
      <pc:sldChg chg="modSp add del mod">
        <pc:chgData name="YK Wang" userId="fde87a3d-d2fb-4eb7-8849-09e96483071c" providerId="ADAL" clId="{36EE20D2-4E91-A44E-815F-2BD8ADDE4C34}" dt="2024-08-08T07:04:04.652" v="649" actId="20577"/>
        <pc:sldMkLst>
          <pc:docMk/>
          <pc:sldMk cId="3452080249" sldId="444"/>
        </pc:sldMkLst>
      </pc:sldChg>
      <pc:sldChg chg="modSp mod">
        <pc:chgData name="YK Wang" userId="fde87a3d-d2fb-4eb7-8849-09e96483071c" providerId="ADAL" clId="{36EE20D2-4E91-A44E-815F-2BD8ADDE4C34}" dt="2024-08-08T06:51:27.410" v="246"/>
        <pc:sldMkLst>
          <pc:docMk/>
          <pc:sldMk cId="1966889161" sldId="445"/>
        </pc:sldMkLst>
      </pc:sldChg>
    </pc:docChg>
  </pc:docChgLst>
  <pc:docChgLst>
    <pc:chgData name="Yunwei Zhang" userId="S::yunwei.zhang@student.uts.edu.au::87939a21-6758-4da5-bc00-10d8244b7103" providerId="AD" clId="Web-{10FE8CEB-24ED-4F72-87A3-AD92EC6062DD}"/>
    <pc:docChg chg="sldOrd">
      <pc:chgData name="Yunwei Zhang" userId="S::yunwei.zhang@student.uts.edu.au::87939a21-6758-4da5-bc00-10d8244b7103" providerId="AD" clId="Web-{10FE8CEB-24ED-4F72-87A3-AD92EC6062DD}" dt="2022-08-26T07:03:00.835" v="0"/>
      <pc:docMkLst>
        <pc:docMk/>
      </pc:docMkLst>
      <pc:sldChg chg="ord">
        <pc:chgData name="Yunwei Zhang" userId="S::yunwei.zhang@student.uts.edu.au::87939a21-6758-4da5-bc00-10d8244b7103" providerId="AD" clId="Web-{10FE8CEB-24ED-4F72-87A3-AD92EC6062DD}" dt="2022-08-26T07:03:00.835" v="0"/>
        <pc:sldMkLst>
          <pc:docMk/>
          <pc:sldMk cId="3841469159" sldId="434"/>
        </pc:sldMkLst>
      </pc:sldChg>
    </pc:docChg>
  </pc:docChgLst>
  <pc:docChgLst>
    <pc:chgData name="Danny Vien" userId="S::danny.vien@student.uts.edu.au::32a0fc3e-a944-4df1-9479-d5b01323be86" providerId="AD" clId="Web-{EE6BC305-8592-495E-B7A3-3B8290167600}"/>
    <pc:docChg chg="modSld">
      <pc:chgData name="Danny Vien" userId="S::danny.vien@student.uts.edu.au::32a0fc3e-a944-4df1-9479-d5b01323be86" providerId="AD" clId="Web-{EE6BC305-8592-495E-B7A3-3B8290167600}" dt="2022-08-26T08:14:37.562" v="6" actId="20577"/>
      <pc:docMkLst>
        <pc:docMk/>
      </pc:docMkLst>
      <pc:sldChg chg="modSp">
        <pc:chgData name="Danny Vien" userId="S::danny.vien@student.uts.edu.au::32a0fc3e-a944-4df1-9479-d5b01323be86" providerId="AD" clId="Web-{EE6BC305-8592-495E-B7A3-3B8290167600}" dt="2022-08-26T08:14:37.562" v="6" actId="20577"/>
        <pc:sldMkLst>
          <pc:docMk/>
          <pc:sldMk cId="3841469159" sldId="434"/>
        </pc:sldMkLst>
      </pc:sldChg>
    </pc:docChg>
  </pc:docChgLst>
  <pc:docChgLst>
    <pc:chgData name="YK Wang" userId="fde87a3d-d2fb-4eb7-8849-09e96483071c" providerId="ADAL" clId="{97FA7BCF-A01E-D34A-B604-9B0B86F8247B}"/>
    <pc:docChg chg="addSld delSld modSld">
      <pc:chgData name="YK Wang" userId="fde87a3d-d2fb-4eb7-8849-09e96483071c" providerId="ADAL" clId="{97FA7BCF-A01E-D34A-B604-9B0B86F8247B}" dt="2024-09-03T14:11:44.144" v="193" actId="20577"/>
      <pc:docMkLst>
        <pc:docMk/>
      </pc:docMkLst>
      <pc:sldChg chg="modSp mod">
        <pc:chgData name="YK Wang" userId="fde87a3d-d2fb-4eb7-8849-09e96483071c" providerId="ADAL" clId="{97FA7BCF-A01E-D34A-B604-9B0B86F8247B}" dt="2024-09-03T14:06:52.503" v="8" actId="20577"/>
        <pc:sldMkLst>
          <pc:docMk/>
          <pc:sldMk cId="1966889161" sldId="445"/>
        </pc:sldMkLst>
      </pc:sldChg>
      <pc:sldChg chg="modSp mod">
        <pc:chgData name="YK Wang" userId="fde87a3d-d2fb-4eb7-8849-09e96483071c" providerId="ADAL" clId="{97FA7BCF-A01E-D34A-B604-9B0B86F8247B}" dt="2024-09-03T14:11:44.144" v="193" actId="20577"/>
        <pc:sldMkLst>
          <pc:docMk/>
          <pc:sldMk cId="1246459210" sldId="446"/>
        </pc:sldMkLst>
      </pc:sldChg>
      <pc:sldChg chg="del">
        <pc:chgData name="YK Wang" userId="fde87a3d-d2fb-4eb7-8849-09e96483071c" providerId="ADAL" clId="{97FA7BCF-A01E-D34A-B604-9B0B86F8247B}" dt="2024-09-03T14:07:19.061" v="9" actId="2696"/>
        <pc:sldMkLst>
          <pc:docMk/>
          <pc:sldMk cId="1721777488" sldId="447"/>
        </pc:sldMkLst>
      </pc:sldChg>
      <pc:sldChg chg="modSp add mod">
        <pc:chgData name="YK Wang" userId="fde87a3d-d2fb-4eb7-8849-09e96483071c" providerId="ADAL" clId="{97FA7BCF-A01E-D34A-B604-9B0B86F8247B}" dt="2024-09-03T14:11:38.237" v="192" actId="20577"/>
        <pc:sldMkLst>
          <pc:docMk/>
          <pc:sldMk cId="840622706" sldId="449"/>
        </pc:sldMkLst>
      </pc:sldChg>
    </pc:docChg>
  </pc:docChgLst>
  <pc:docChgLst>
    <pc:chgData name="YK Wang" userId="fde87a3d-d2fb-4eb7-8849-09e96483071c" providerId="ADAL" clId="{99DB4643-4997-5EAA-9737-0350B38CDC42}"/>
    <pc:docChg chg="modSld">
      <pc:chgData name="YK Wang" userId="fde87a3d-d2fb-4eb7-8849-09e96483071c" providerId="ADAL" clId="{99DB4643-4997-5EAA-9737-0350B38CDC42}" dt="2025-08-23T13:21:46.824" v="76" actId="20577"/>
      <pc:docMkLst>
        <pc:docMk/>
      </pc:docMkLst>
      <pc:sldChg chg="modSp mod">
        <pc:chgData name="YK Wang" userId="fde87a3d-d2fb-4eb7-8849-09e96483071c" providerId="ADAL" clId="{99DB4643-4997-5EAA-9737-0350B38CDC42}" dt="2025-08-23T13:21:17.998" v="63" actId="20577"/>
        <pc:sldMkLst>
          <pc:docMk/>
          <pc:sldMk cId="1966889161" sldId="445"/>
        </pc:sldMkLst>
        <pc:spChg chg="mod">
          <ac:chgData name="YK Wang" userId="fde87a3d-d2fb-4eb7-8849-09e96483071c" providerId="ADAL" clId="{99DB4643-4997-5EAA-9737-0350B38CDC42}" dt="2025-08-23T13:21:17.998" v="63" actId="20577"/>
          <ac:spMkLst>
            <pc:docMk/>
            <pc:sldMk cId="1966889161" sldId="445"/>
            <ac:spMk id="3" creationId="{E270589A-6706-5144-BCD3-12E2CD443333}"/>
          </ac:spMkLst>
        </pc:spChg>
      </pc:sldChg>
      <pc:sldChg chg="modSp mod">
        <pc:chgData name="YK Wang" userId="fde87a3d-d2fb-4eb7-8849-09e96483071c" providerId="ADAL" clId="{99DB4643-4997-5EAA-9737-0350B38CDC42}" dt="2025-08-23T13:21:32.408" v="69" actId="20577"/>
        <pc:sldMkLst>
          <pc:docMk/>
          <pc:sldMk cId="1246459210" sldId="446"/>
        </pc:sldMkLst>
        <pc:spChg chg="mod">
          <ac:chgData name="YK Wang" userId="fde87a3d-d2fb-4eb7-8849-09e96483071c" providerId="ADAL" clId="{99DB4643-4997-5EAA-9737-0350B38CDC42}" dt="2025-08-23T13:21:32.408" v="69" actId="20577"/>
          <ac:spMkLst>
            <pc:docMk/>
            <pc:sldMk cId="1246459210" sldId="446"/>
            <ac:spMk id="3" creationId="{E270589A-6706-5144-BCD3-12E2CD443333}"/>
          </ac:spMkLst>
        </pc:spChg>
      </pc:sldChg>
      <pc:sldChg chg="modSp mod">
        <pc:chgData name="YK Wang" userId="fde87a3d-d2fb-4eb7-8849-09e96483071c" providerId="ADAL" clId="{99DB4643-4997-5EAA-9737-0350B38CDC42}" dt="2025-08-23T13:21:46.824" v="76" actId="20577"/>
        <pc:sldMkLst>
          <pc:docMk/>
          <pc:sldMk cId="840622706" sldId="449"/>
        </pc:sldMkLst>
        <pc:spChg chg="mod">
          <ac:chgData name="YK Wang" userId="fde87a3d-d2fb-4eb7-8849-09e96483071c" providerId="ADAL" clId="{99DB4643-4997-5EAA-9737-0350B38CDC42}" dt="2025-08-23T13:21:46.824" v="76" actId="20577"/>
          <ac:spMkLst>
            <pc:docMk/>
            <pc:sldMk cId="840622706" sldId="449"/>
            <ac:spMk id="3" creationId="{6294B9BB-BC92-7D02-D2C1-19B0D8B2A53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Shape 1199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Shape 1200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1310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A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4027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A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4743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09B47D-A1E0-B147-9BE1-6096A8EAB08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27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_Title Slide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1375567" y="1284793"/>
            <a:ext cx="15632335" cy="493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7649297" y="6222896"/>
            <a:ext cx="6897911" cy="5834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29" name="Shape 29"/>
          <p:cNvGrpSpPr/>
          <p:nvPr/>
        </p:nvGrpSpPr>
        <p:grpSpPr>
          <a:xfrm>
            <a:off x="21607213" y="1396601"/>
            <a:ext cx="1396624" cy="1395987"/>
            <a:chOff x="0" y="0"/>
            <a:chExt cx="1395985" cy="1395985"/>
          </a:xfrm>
        </p:grpSpPr>
        <p:sp>
          <p:nvSpPr>
            <p:cNvPr id="30" name="Shape 30"/>
            <p:cNvSpPr/>
            <p:nvPr/>
          </p:nvSpPr>
          <p:spPr>
            <a:xfrm>
              <a:off x="0" y="0"/>
              <a:ext cx="1395985" cy="139598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1" name="Shape 31"/>
            <p:cNvSpPr/>
            <p:nvPr/>
          </p:nvSpPr>
          <p:spPr>
            <a:xfrm>
              <a:off x="251184" y="256109"/>
              <a:ext cx="920704" cy="880390"/>
            </a:xfrm>
            <a:custGeom>
              <a:avLst/>
              <a:gdLst/>
              <a:ahLst/>
              <a:cxnLst/>
              <a:rect l="0" t="0" r="0" b="0"/>
              <a:pathLst>
                <a:path w="21600" h="21458" extrusionOk="0">
                  <a:moveTo>
                    <a:pt x="16952" y="15509"/>
                  </a:moveTo>
                  <a:lnTo>
                    <a:pt x="21600" y="10680"/>
                  </a:lnTo>
                  <a:lnTo>
                    <a:pt x="20270" y="9299"/>
                  </a:lnTo>
                  <a:lnTo>
                    <a:pt x="15965" y="13772"/>
                  </a:lnTo>
                  <a:lnTo>
                    <a:pt x="14953" y="12721"/>
                  </a:lnTo>
                  <a:lnTo>
                    <a:pt x="13624" y="14101"/>
                  </a:lnTo>
                  <a:lnTo>
                    <a:pt x="14978" y="15509"/>
                  </a:lnTo>
                  <a:cubicBezTo>
                    <a:pt x="15523" y="16075"/>
                    <a:pt x="16407" y="16075"/>
                    <a:pt x="16952" y="15509"/>
                  </a:cubicBezTo>
                  <a:moveTo>
                    <a:pt x="19010" y="6901"/>
                  </a:moveTo>
                  <a:lnTo>
                    <a:pt x="20782" y="5059"/>
                  </a:lnTo>
                  <a:lnTo>
                    <a:pt x="19010" y="3217"/>
                  </a:lnTo>
                  <a:lnTo>
                    <a:pt x="18177" y="4082"/>
                  </a:lnTo>
                  <a:lnTo>
                    <a:pt x="13753" y="4082"/>
                  </a:lnTo>
                  <a:lnTo>
                    <a:pt x="12920" y="3217"/>
                  </a:lnTo>
                  <a:lnTo>
                    <a:pt x="11148" y="5059"/>
                  </a:lnTo>
                  <a:lnTo>
                    <a:pt x="12920" y="6901"/>
                  </a:lnTo>
                  <a:lnTo>
                    <a:pt x="13753" y="6036"/>
                  </a:lnTo>
                  <a:lnTo>
                    <a:pt x="15025" y="6036"/>
                  </a:lnTo>
                  <a:lnTo>
                    <a:pt x="15025" y="8650"/>
                  </a:lnTo>
                  <a:cubicBezTo>
                    <a:pt x="15602" y="8295"/>
                    <a:pt x="16328" y="8294"/>
                    <a:pt x="16905" y="8650"/>
                  </a:cubicBezTo>
                  <a:lnTo>
                    <a:pt x="16905" y="6036"/>
                  </a:lnTo>
                  <a:lnTo>
                    <a:pt x="18177" y="6036"/>
                  </a:lnTo>
                  <a:cubicBezTo>
                    <a:pt x="18177" y="6036"/>
                    <a:pt x="19010" y="6901"/>
                    <a:pt x="19010" y="6901"/>
                  </a:cubicBezTo>
                  <a:close/>
                  <a:moveTo>
                    <a:pt x="15965" y="3684"/>
                  </a:moveTo>
                  <a:lnTo>
                    <a:pt x="17738" y="1843"/>
                  </a:lnTo>
                  <a:lnTo>
                    <a:pt x="15965" y="0"/>
                  </a:lnTo>
                  <a:lnTo>
                    <a:pt x="14192" y="1843"/>
                  </a:lnTo>
                  <a:cubicBezTo>
                    <a:pt x="14192" y="1843"/>
                    <a:pt x="15965" y="3684"/>
                    <a:pt x="15965" y="3684"/>
                  </a:cubicBezTo>
                  <a:close/>
                  <a:moveTo>
                    <a:pt x="11660" y="9299"/>
                  </a:moveTo>
                  <a:lnTo>
                    <a:pt x="10331" y="10680"/>
                  </a:lnTo>
                  <a:lnTo>
                    <a:pt x="11660" y="12061"/>
                  </a:lnTo>
                  <a:lnTo>
                    <a:pt x="12989" y="10680"/>
                  </a:lnTo>
                  <a:cubicBezTo>
                    <a:pt x="12989" y="10680"/>
                    <a:pt x="11660" y="9299"/>
                    <a:pt x="11660" y="9299"/>
                  </a:cubicBezTo>
                  <a:close/>
                  <a:moveTo>
                    <a:pt x="8282" y="17567"/>
                  </a:moveTo>
                  <a:cubicBezTo>
                    <a:pt x="8282" y="15877"/>
                    <a:pt x="7291" y="14733"/>
                    <a:pt x="5701" y="14733"/>
                  </a:cubicBezTo>
                  <a:lnTo>
                    <a:pt x="122" y="14733"/>
                  </a:lnTo>
                  <a:lnTo>
                    <a:pt x="122" y="16550"/>
                  </a:lnTo>
                  <a:lnTo>
                    <a:pt x="5676" y="16550"/>
                  </a:lnTo>
                  <a:cubicBezTo>
                    <a:pt x="6324" y="16550"/>
                    <a:pt x="6728" y="16944"/>
                    <a:pt x="6728" y="17567"/>
                  </a:cubicBezTo>
                  <a:cubicBezTo>
                    <a:pt x="6728" y="18202"/>
                    <a:pt x="6324" y="18583"/>
                    <a:pt x="5676" y="18583"/>
                  </a:cubicBezTo>
                  <a:lnTo>
                    <a:pt x="122" y="18583"/>
                  </a:lnTo>
                  <a:lnTo>
                    <a:pt x="122" y="20401"/>
                  </a:lnTo>
                  <a:lnTo>
                    <a:pt x="5701" y="20401"/>
                  </a:lnTo>
                  <a:cubicBezTo>
                    <a:pt x="7291" y="20401"/>
                    <a:pt x="8282" y="19257"/>
                    <a:pt x="8282" y="17567"/>
                  </a:cubicBezTo>
                  <a:moveTo>
                    <a:pt x="8282" y="3811"/>
                  </a:moveTo>
                  <a:cubicBezTo>
                    <a:pt x="8282" y="2032"/>
                    <a:pt x="7242" y="1015"/>
                    <a:pt x="5762" y="1015"/>
                  </a:cubicBezTo>
                  <a:cubicBezTo>
                    <a:pt x="4282" y="1015"/>
                    <a:pt x="3768" y="2006"/>
                    <a:pt x="3389" y="3049"/>
                  </a:cubicBezTo>
                  <a:lnTo>
                    <a:pt x="3009" y="4091"/>
                  </a:lnTo>
                  <a:cubicBezTo>
                    <a:pt x="2801" y="4663"/>
                    <a:pt x="2447" y="4764"/>
                    <a:pt x="2214" y="4764"/>
                  </a:cubicBezTo>
                  <a:cubicBezTo>
                    <a:pt x="1774" y="4764"/>
                    <a:pt x="1443" y="4434"/>
                    <a:pt x="1443" y="3849"/>
                  </a:cubicBezTo>
                  <a:cubicBezTo>
                    <a:pt x="1443" y="3277"/>
                    <a:pt x="1811" y="2896"/>
                    <a:pt x="2385" y="2896"/>
                  </a:cubicBezTo>
                  <a:lnTo>
                    <a:pt x="2606" y="2896"/>
                  </a:lnTo>
                  <a:lnTo>
                    <a:pt x="2606" y="1193"/>
                  </a:lnTo>
                  <a:lnTo>
                    <a:pt x="2422" y="1193"/>
                  </a:lnTo>
                  <a:cubicBezTo>
                    <a:pt x="930" y="1193"/>
                    <a:pt x="0" y="2261"/>
                    <a:pt x="0" y="3849"/>
                  </a:cubicBezTo>
                  <a:cubicBezTo>
                    <a:pt x="0" y="5514"/>
                    <a:pt x="1101" y="6480"/>
                    <a:pt x="2324" y="6480"/>
                  </a:cubicBezTo>
                  <a:cubicBezTo>
                    <a:pt x="3499" y="6480"/>
                    <a:pt x="4196" y="5845"/>
                    <a:pt x="4636" y="4637"/>
                  </a:cubicBezTo>
                  <a:lnTo>
                    <a:pt x="5065" y="3468"/>
                  </a:lnTo>
                  <a:cubicBezTo>
                    <a:pt x="5260" y="2947"/>
                    <a:pt x="5529" y="2743"/>
                    <a:pt x="5933" y="2743"/>
                  </a:cubicBezTo>
                  <a:cubicBezTo>
                    <a:pt x="6496" y="2743"/>
                    <a:pt x="6826" y="3125"/>
                    <a:pt x="6826" y="3811"/>
                  </a:cubicBezTo>
                  <a:cubicBezTo>
                    <a:pt x="6826" y="4497"/>
                    <a:pt x="6520" y="4917"/>
                    <a:pt x="5872" y="4917"/>
                  </a:cubicBezTo>
                  <a:lnTo>
                    <a:pt x="5578" y="4917"/>
                  </a:lnTo>
                  <a:lnTo>
                    <a:pt x="5578" y="6633"/>
                  </a:lnTo>
                  <a:lnTo>
                    <a:pt x="5860" y="6633"/>
                  </a:lnTo>
                  <a:cubicBezTo>
                    <a:pt x="7352" y="6633"/>
                    <a:pt x="8282" y="5438"/>
                    <a:pt x="8282" y="3811"/>
                  </a:cubicBezTo>
                  <a:moveTo>
                    <a:pt x="1676" y="7753"/>
                  </a:moveTo>
                  <a:lnTo>
                    <a:pt x="122" y="7753"/>
                  </a:lnTo>
                  <a:lnTo>
                    <a:pt x="122" y="13129"/>
                  </a:lnTo>
                  <a:lnTo>
                    <a:pt x="1676" y="13129"/>
                  </a:lnTo>
                  <a:lnTo>
                    <a:pt x="1676" y="11350"/>
                  </a:lnTo>
                  <a:lnTo>
                    <a:pt x="8159" y="11350"/>
                  </a:lnTo>
                  <a:lnTo>
                    <a:pt x="8159" y="9533"/>
                  </a:lnTo>
                  <a:lnTo>
                    <a:pt x="1676" y="9533"/>
                  </a:lnTo>
                  <a:cubicBezTo>
                    <a:pt x="1676" y="9533"/>
                    <a:pt x="1676" y="7753"/>
                    <a:pt x="1676" y="7753"/>
                  </a:cubicBezTo>
                  <a:close/>
                  <a:moveTo>
                    <a:pt x="14978" y="9273"/>
                  </a:moveTo>
                  <a:lnTo>
                    <a:pt x="10331" y="14101"/>
                  </a:lnTo>
                  <a:lnTo>
                    <a:pt x="11660" y="15483"/>
                  </a:lnTo>
                  <a:lnTo>
                    <a:pt x="15965" y="11009"/>
                  </a:lnTo>
                  <a:lnTo>
                    <a:pt x="16978" y="12061"/>
                  </a:lnTo>
                  <a:lnTo>
                    <a:pt x="18307" y="10680"/>
                  </a:lnTo>
                  <a:lnTo>
                    <a:pt x="16952" y="9273"/>
                  </a:lnTo>
                  <a:cubicBezTo>
                    <a:pt x="16407" y="8707"/>
                    <a:pt x="15523" y="8707"/>
                    <a:pt x="14978" y="9273"/>
                  </a:cubicBezTo>
                  <a:moveTo>
                    <a:pt x="12294" y="15483"/>
                  </a:moveTo>
                  <a:lnTo>
                    <a:pt x="10964" y="16864"/>
                  </a:lnTo>
                  <a:lnTo>
                    <a:pt x="12319" y="18271"/>
                  </a:lnTo>
                  <a:cubicBezTo>
                    <a:pt x="12864" y="18838"/>
                    <a:pt x="13748" y="18838"/>
                    <a:pt x="14293" y="18271"/>
                  </a:cubicBezTo>
                  <a:lnTo>
                    <a:pt x="15648" y="16863"/>
                  </a:lnTo>
                  <a:lnTo>
                    <a:pt x="14319" y="15483"/>
                  </a:lnTo>
                  <a:lnTo>
                    <a:pt x="13307" y="16534"/>
                  </a:lnTo>
                  <a:cubicBezTo>
                    <a:pt x="13307" y="16534"/>
                    <a:pt x="12294" y="15483"/>
                    <a:pt x="12294" y="15483"/>
                  </a:cubicBezTo>
                  <a:close/>
                  <a:moveTo>
                    <a:pt x="14953" y="18245"/>
                  </a:moveTo>
                  <a:lnTo>
                    <a:pt x="13623" y="19626"/>
                  </a:lnTo>
                  <a:lnTo>
                    <a:pt x="14978" y="21033"/>
                  </a:lnTo>
                  <a:cubicBezTo>
                    <a:pt x="15523" y="21600"/>
                    <a:pt x="16407" y="21600"/>
                    <a:pt x="16952" y="21033"/>
                  </a:cubicBezTo>
                  <a:lnTo>
                    <a:pt x="18307" y="19626"/>
                  </a:lnTo>
                  <a:lnTo>
                    <a:pt x="16978" y="18245"/>
                  </a:lnTo>
                  <a:lnTo>
                    <a:pt x="15965" y="19296"/>
                  </a:lnTo>
                  <a:cubicBezTo>
                    <a:pt x="15965" y="19296"/>
                    <a:pt x="14953" y="18245"/>
                    <a:pt x="14953" y="18245"/>
                  </a:cubicBezTo>
                  <a:close/>
                  <a:moveTo>
                    <a:pt x="20271" y="15483"/>
                  </a:moveTo>
                  <a:lnTo>
                    <a:pt x="21600" y="14101"/>
                  </a:lnTo>
                  <a:lnTo>
                    <a:pt x="20270" y="12720"/>
                  </a:lnTo>
                  <a:lnTo>
                    <a:pt x="18941" y="14101"/>
                  </a:lnTo>
                  <a:cubicBezTo>
                    <a:pt x="18941" y="14101"/>
                    <a:pt x="20271" y="15483"/>
                    <a:pt x="20271" y="15483"/>
                  </a:cubicBezTo>
                  <a:close/>
                  <a:moveTo>
                    <a:pt x="17637" y="18271"/>
                  </a:moveTo>
                  <a:cubicBezTo>
                    <a:pt x="18182" y="18838"/>
                    <a:pt x="19066" y="18838"/>
                    <a:pt x="19612" y="18271"/>
                  </a:cubicBezTo>
                  <a:lnTo>
                    <a:pt x="20966" y="16864"/>
                  </a:lnTo>
                  <a:lnTo>
                    <a:pt x="19636" y="15483"/>
                  </a:lnTo>
                  <a:lnTo>
                    <a:pt x="18624" y="16534"/>
                  </a:lnTo>
                  <a:lnTo>
                    <a:pt x="17611" y="15483"/>
                  </a:lnTo>
                  <a:lnTo>
                    <a:pt x="16282" y="16863"/>
                  </a:lnTo>
                  <a:cubicBezTo>
                    <a:pt x="16282" y="16863"/>
                    <a:pt x="17637" y="18271"/>
                    <a:pt x="17637" y="1827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2" name="Shape 32"/>
          <p:cNvGrpSpPr/>
          <p:nvPr/>
        </p:nvGrpSpPr>
        <p:grpSpPr>
          <a:xfrm>
            <a:off x="27524" y="8648699"/>
            <a:ext cx="24293478" cy="5072067"/>
            <a:chOff x="-1" y="-1"/>
            <a:chExt cx="24282403" cy="5072065"/>
          </a:xfrm>
        </p:grpSpPr>
        <p:sp>
          <p:nvSpPr>
            <p:cNvPr id="33" name="Shape 33"/>
            <p:cNvSpPr/>
            <p:nvPr/>
          </p:nvSpPr>
          <p:spPr>
            <a:xfrm>
              <a:off x="24271288" y="1155700"/>
              <a:ext cx="11114" cy="39163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4" name="Shape 34"/>
            <p:cNvSpPr/>
            <p:nvPr/>
          </p:nvSpPr>
          <p:spPr>
            <a:xfrm>
              <a:off x="24233188" y="1104900"/>
              <a:ext cx="11114" cy="39608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5" name="Shape 35"/>
            <p:cNvSpPr/>
            <p:nvPr/>
          </p:nvSpPr>
          <p:spPr>
            <a:xfrm>
              <a:off x="24169688" y="2984500"/>
              <a:ext cx="11114" cy="20780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6" name="Shape 36"/>
            <p:cNvSpPr/>
            <p:nvPr/>
          </p:nvSpPr>
          <p:spPr>
            <a:xfrm>
              <a:off x="24131588" y="1752600"/>
              <a:ext cx="11114" cy="33162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7" name="Shape 37"/>
            <p:cNvSpPr/>
            <p:nvPr/>
          </p:nvSpPr>
          <p:spPr>
            <a:xfrm>
              <a:off x="24080788" y="3225800"/>
              <a:ext cx="11114" cy="18430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8" name="Shape 38"/>
            <p:cNvSpPr/>
            <p:nvPr/>
          </p:nvSpPr>
          <p:spPr>
            <a:xfrm>
              <a:off x="24029988" y="4597400"/>
              <a:ext cx="11114" cy="4746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9" name="Shape 39"/>
            <p:cNvSpPr/>
            <p:nvPr/>
          </p:nvSpPr>
          <p:spPr>
            <a:xfrm>
              <a:off x="24017288" y="1155699"/>
              <a:ext cx="11114" cy="39147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0" name="Shape 40"/>
            <p:cNvSpPr/>
            <p:nvPr/>
          </p:nvSpPr>
          <p:spPr>
            <a:xfrm>
              <a:off x="23941088" y="812799"/>
              <a:ext cx="11114" cy="42576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1" name="Shape 41"/>
            <p:cNvSpPr/>
            <p:nvPr/>
          </p:nvSpPr>
          <p:spPr>
            <a:xfrm>
              <a:off x="23814088" y="1917699"/>
              <a:ext cx="11114" cy="31464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2" name="Shape 42"/>
            <p:cNvSpPr/>
            <p:nvPr/>
          </p:nvSpPr>
          <p:spPr>
            <a:xfrm>
              <a:off x="23814088" y="4252912"/>
              <a:ext cx="11114" cy="8096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3" name="Shape 43"/>
            <p:cNvSpPr/>
            <p:nvPr/>
          </p:nvSpPr>
          <p:spPr>
            <a:xfrm>
              <a:off x="23712488" y="1524000"/>
              <a:ext cx="11114" cy="35448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4" name="Shape 44"/>
            <p:cNvSpPr/>
            <p:nvPr/>
          </p:nvSpPr>
          <p:spPr>
            <a:xfrm>
              <a:off x="23610888" y="2616200"/>
              <a:ext cx="11114" cy="24447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5" name="Shape 45"/>
            <p:cNvSpPr/>
            <p:nvPr/>
          </p:nvSpPr>
          <p:spPr>
            <a:xfrm>
              <a:off x="23547388" y="4737100"/>
              <a:ext cx="11114" cy="3317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6" name="Shape 46"/>
            <p:cNvSpPr/>
            <p:nvPr/>
          </p:nvSpPr>
          <p:spPr>
            <a:xfrm>
              <a:off x="23420388" y="1625600"/>
              <a:ext cx="11114" cy="34401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7" name="Shape 47"/>
            <p:cNvSpPr/>
            <p:nvPr/>
          </p:nvSpPr>
          <p:spPr>
            <a:xfrm>
              <a:off x="23420388" y="1803399"/>
              <a:ext cx="11114" cy="326390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8" name="Shape 48"/>
            <p:cNvSpPr/>
            <p:nvPr/>
          </p:nvSpPr>
          <p:spPr>
            <a:xfrm>
              <a:off x="23280688" y="4508500"/>
              <a:ext cx="11114" cy="5524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9" name="Shape 49"/>
            <p:cNvSpPr/>
            <p:nvPr/>
          </p:nvSpPr>
          <p:spPr>
            <a:xfrm>
              <a:off x="23267988" y="4432300"/>
              <a:ext cx="11114" cy="6381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0" name="Shape 50"/>
            <p:cNvSpPr/>
            <p:nvPr/>
          </p:nvSpPr>
          <p:spPr>
            <a:xfrm>
              <a:off x="23179088" y="1816100"/>
              <a:ext cx="11114" cy="32559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" name="Shape 51"/>
            <p:cNvSpPr/>
            <p:nvPr/>
          </p:nvSpPr>
          <p:spPr>
            <a:xfrm>
              <a:off x="23153688" y="4800600"/>
              <a:ext cx="11114" cy="2635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" name="Shape 52"/>
            <p:cNvSpPr/>
            <p:nvPr/>
          </p:nvSpPr>
          <p:spPr>
            <a:xfrm>
              <a:off x="23077488" y="2184400"/>
              <a:ext cx="11114" cy="28797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3" name="Shape 53"/>
            <p:cNvSpPr/>
            <p:nvPr/>
          </p:nvSpPr>
          <p:spPr>
            <a:xfrm>
              <a:off x="23077488" y="3960812"/>
              <a:ext cx="11114" cy="11017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4" name="Shape 54"/>
            <p:cNvSpPr/>
            <p:nvPr/>
          </p:nvSpPr>
          <p:spPr>
            <a:xfrm>
              <a:off x="22975888" y="4533900"/>
              <a:ext cx="11114" cy="5334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5" name="Shape 55"/>
            <p:cNvSpPr/>
            <p:nvPr/>
          </p:nvSpPr>
          <p:spPr>
            <a:xfrm>
              <a:off x="22886988" y="2882899"/>
              <a:ext cx="11114" cy="218599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6" name="Shape 56"/>
            <p:cNvSpPr/>
            <p:nvPr/>
          </p:nvSpPr>
          <p:spPr>
            <a:xfrm>
              <a:off x="22861588" y="3429000"/>
              <a:ext cx="11114" cy="16383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7" name="Shape 57"/>
            <p:cNvSpPr/>
            <p:nvPr/>
          </p:nvSpPr>
          <p:spPr>
            <a:xfrm>
              <a:off x="22810788" y="3022600"/>
              <a:ext cx="11114" cy="20383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8" name="Shape 58"/>
            <p:cNvSpPr/>
            <p:nvPr/>
          </p:nvSpPr>
          <p:spPr>
            <a:xfrm>
              <a:off x="22734588" y="4203700"/>
              <a:ext cx="11114" cy="8604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9" name="Shape 59"/>
            <p:cNvSpPr/>
            <p:nvPr/>
          </p:nvSpPr>
          <p:spPr>
            <a:xfrm>
              <a:off x="22696488" y="4051300"/>
              <a:ext cx="11114" cy="10144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0" name="Shape 60"/>
            <p:cNvSpPr/>
            <p:nvPr/>
          </p:nvSpPr>
          <p:spPr>
            <a:xfrm>
              <a:off x="22683788" y="3251200"/>
              <a:ext cx="11114" cy="18113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1" name="Shape 61"/>
            <p:cNvSpPr/>
            <p:nvPr/>
          </p:nvSpPr>
          <p:spPr>
            <a:xfrm>
              <a:off x="22607588" y="4940300"/>
              <a:ext cx="11114" cy="1285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2" name="Shape 62"/>
            <p:cNvSpPr/>
            <p:nvPr/>
          </p:nvSpPr>
          <p:spPr>
            <a:xfrm>
              <a:off x="22531388" y="4140200"/>
              <a:ext cx="11114" cy="9271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3" name="Shape 63"/>
            <p:cNvSpPr/>
            <p:nvPr/>
          </p:nvSpPr>
          <p:spPr>
            <a:xfrm>
              <a:off x="22505988" y="2819400"/>
              <a:ext cx="11114" cy="2249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4" name="Shape 64"/>
            <p:cNvSpPr/>
            <p:nvPr/>
          </p:nvSpPr>
          <p:spPr>
            <a:xfrm>
              <a:off x="22480588" y="4762500"/>
              <a:ext cx="11114" cy="2984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5" name="Shape 65"/>
            <p:cNvSpPr/>
            <p:nvPr/>
          </p:nvSpPr>
          <p:spPr>
            <a:xfrm>
              <a:off x="22404388" y="3441700"/>
              <a:ext cx="11114" cy="16303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6" name="Shape 66"/>
            <p:cNvSpPr/>
            <p:nvPr/>
          </p:nvSpPr>
          <p:spPr>
            <a:xfrm>
              <a:off x="22328188" y="2501900"/>
              <a:ext cx="11114" cy="25590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7" name="Shape 67"/>
            <p:cNvSpPr/>
            <p:nvPr/>
          </p:nvSpPr>
          <p:spPr>
            <a:xfrm>
              <a:off x="22302788" y="2844800"/>
              <a:ext cx="11114" cy="22177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8" name="Shape 68"/>
            <p:cNvSpPr/>
            <p:nvPr/>
          </p:nvSpPr>
          <p:spPr>
            <a:xfrm>
              <a:off x="22201188" y="2082800"/>
              <a:ext cx="11114" cy="29813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9" name="Shape 69"/>
            <p:cNvSpPr/>
            <p:nvPr/>
          </p:nvSpPr>
          <p:spPr>
            <a:xfrm>
              <a:off x="22137688" y="3441700"/>
              <a:ext cx="11114" cy="16256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" name="Shape 70"/>
            <p:cNvSpPr/>
            <p:nvPr/>
          </p:nvSpPr>
          <p:spPr>
            <a:xfrm>
              <a:off x="22036088" y="2552699"/>
              <a:ext cx="11114" cy="25193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1" name="Shape 71"/>
            <p:cNvSpPr/>
            <p:nvPr/>
          </p:nvSpPr>
          <p:spPr>
            <a:xfrm>
              <a:off x="22036088" y="2870199"/>
              <a:ext cx="11114" cy="21923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2" name="Shape 72"/>
            <p:cNvSpPr/>
            <p:nvPr/>
          </p:nvSpPr>
          <p:spPr>
            <a:xfrm>
              <a:off x="21921788" y="2908300"/>
              <a:ext cx="11114" cy="21574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3" name="Shape 73"/>
            <p:cNvSpPr/>
            <p:nvPr/>
          </p:nvSpPr>
          <p:spPr>
            <a:xfrm>
              <a:off x="21858288" y="3352800"/>
              <a:ext cx="11114" cy="17176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4" name="Shape 74"/>
            <p:cNvSpPr/>
            <p:nvPr/>
          </p:nvSpPr>
          <p:spPr>
            <a:xfrm>
              <a:off x="21807488" y="3987800"/>
              <a:ext cx="11114" cy="10763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5" name="Shape 75"/>
            <p:cNvSpPr/>
            <p:nvPr/>
          </p:nvSpPr>
          <p:spPr>
            <a:xfrm>
              <a:off x="21756688" y="1663700"/>
              <a:ext cx="11114" cy="339883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6" name="Shape 76"/>
            <p:cNvSpPr/>
            <p:nvPr/>
          </p:nvSpPr>
          <p:spPr>
            <a:xfrm>
              <a:off x="21743988" y="3937000"/>
              <a:ext cx="11114" cy="1133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7" name="Shape 77"/>
            <p:cNvSpPr/>
            <p:nvPr/>
          </p:nvSpPr>
          <p:spPr>
            <a:xfrm>
              <a:off x="21693188" y="4533900"/>
              <a:ext cx="11114" cy="5270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8" name="Shape 78"/>
            <p:cNvSpPr/>
            <p:nvPr/>
          </p:nvSpPr>
          <p:spPr>
            <a:xfrm>
              <a:off x="21566188" y="2730499"/>
              <a:ext cx="11114" cy="233204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9" name="Shape 79"/>
            <p:cNvSpPr/>
            <p:nvPr/>
          </p:nvSpPr>
          <p:spPr>
            <a:xfrm>
              <a:off x="21515388" y="3213100"/>
              <a:ext cx="11114" cy="18542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0" name="Shape 80"/>
            <p:cNvSpPr/>
            <p:nvPr/>
          </p:nvSpPr>
          <p:spPr>
            <a:xfrm>
              <a:off x="21489988" y="1498600"/>
              <a:ext cx="11114" cy="356393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1" name="Shape 81"/>
            <p:cNvSpPr/>
            <p:nvPr/>
          </p:nvSpPr>
          <p:spPr>
            <a:xfrm>
              <a:off x="21439188" y="4254500"/>
              <a:ext cx="11114" cy="8064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2" name="Shape 82"/>
            <p:cNvSpPr/>
            <p:nvPr/>
          </p:nvSpPr>
          <p:spPr>
            <a:xfrm>
              <a:off x="21350288" y="2400300"/>
              <a:ext cx="11114" cy="26670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" name="Shape 83"/>
            <p:cNvSpPr/>
            <p:nvPr/>
          </p:nvSpPr>
          <p:spPr>
            <a:xfrm>
              <a:off x="21299488" y="2527299"/>
              <a:ext cx="11114" cy="253841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4" name="Shape 84"/>
            <p:cNvSpPr/>
            <p:nvPr/>
          </p:nvSpPr>
          <p:spPr>
            <a:xfrm>
              <a:off x="21248688" y="3670300"/>
              <a:ext cx="11114" cy="13906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5" name="Shape 85"/>
            <p:cNvSpPr/>
            <p:nvPr/>
          </p:nvSpPr>
          <p:spPr>
            <a:xfrm>
              <a:off x="21223288" y="2159000"/>
              <a:ext cx="11114" cy="29051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6" name="Shape 86"/>
            <p:cNvSpPr/>
            <p:nvPr/>
          </p:nvSpPr>
          <p:spPr>
            <a:xfrm>
              <a:off x="21197888" y="3289300"/>
              <a:ext cx="11114" cy="17780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7" name="Shape 87"/>
            <p:cNvSpPr/>
            <p:nvPr/>
          </p:nvSpPr>
          <p:spPr>
            <a:xfrm>
              <a:off x="21096288" y="3757612"/>
              <a:ext cx="11114" cy="13112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" name="Shape 88"/>
            <p:cNvSpPr/>
            <p:nvPr/>
          </p:nvSpPr>
          <p:spPr>
            <a:xfrm>
              <a:off x="21032788" y="3263900"/>
              <a:ext cx="11114" cy="18034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9" name="Shape 89"/>
            <p:cNvSpPr/>
            <p:nvPr/>
          </p:nvSpPr>
          <p:spPr>
            <a:xfrm>
              <a:off x="20943888" y="4521200"/>
              <a:ext cx="11114" cy="5508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0" name="Shape 90"/>
            <p:cNvSpPr/>
            <p:nvPr/>
          </p:nvSpPr>
          <p:spPr>
            <a:xfrm>
              <a:off x="20943888" y="3479800"/>
              <a:ext cx="11114" cy="15922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1" name="Shape 91"/>
            <p:cNvSpPr/>
            <p:nvPr/>
          </p:nvSpPr>
          <p:spPr>
            <a:xfrm>
              <a:off x="20880388" y="4000500"/>
              <a:ext cx="11114" cy="10652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2" name="Shape 92"/>
            <p:cNvSpPr/>
            <p:nvPr/>
          </p:nvSpPr>
          <p:spPr>
            <a:xfrm>
              <a:off x="20753388" y="4699000"/>
              <a:ext cx="11114" cy="371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3" name="Shape 93"/>
            <p:cNvSpPr/>
            <p:nvPr/>
          </p:nvSpPr>
          <p:spPr>
            <a:xfrm>
              <a:off x="20677188" y="3822700"/>
              <a:ext cx="11114" cy="12493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4" name="Shape 94"/>
            <p:cNvSpPr/>
            <p:nvPr/>
          </p:nvSpPr>
          <p:spPr>
            <a:xfrm>
              <a:off x="20550188" y="3352800"/>
              <a:ext cx="11114" cy="17081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5" name="Shape 95"/>
            <p:cNvSpPr/>
            <p:nvPr/>
          </p:nvSpPr>
          <p:spPr>
            <a:xfrm>
              <a:off x="20435888" y="3962400"/>
              <a:ext cx="11114" cy="11080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6" name="Shape 96"/>
            <p:cNvSpPr/>
            <p:nvPr/>
          </p:nvSpPr>
          <p:spPr>
            <a:xfrm>
              <a:off x="20385088" y="3987800"/>
              <a:ext cx="11114" cy="10763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7" name="Shape 97"/>
            <p:cNvSpPr/>
            <p:nvPr/>
          </p:nvSpPr>
          <p:spPr>
            <a:xfrm>
              <a:off x="20334288" y="3403600"/>
              <a:ext cx="11114" cy="16668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8" name="Shape 98"/>
            <p:cNvSpPr/>
            <p:nvPr/>
          </p:nvSpPr>
          <p:spPr>
            <a:xfrm>
              <a:off x="20283488" y="3910012"/>
              <a:ext cx="11114" cy="11572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9" name="Shape 99"/>
            <p:cNvSpPr/>
            <p:nvPr/>
          </p:nvSpPr>
          <p:spPr>
            <a:xfrm>
              <a:off x="20143788" y="3733800"/>
              <a:ext cx="11114" cy="13271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" name="Shape 100"/>
            <p:cNvSpPr/>
            <p:nvPr/>
          </p:nvSpPr>
          <p:spPr>
            <a:xfrm>
              <a:off x="20080288" y="3302000"/>
              <a:ext cx="11114" cy="17621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1" name="Shape 101"/>
            <p:cNvSpPr/>
            <p:nvPr/>
          </p:nvSpPr>
          <p:spPr>
            <a:xfrm>
              <a:off x="19940588" y="2743200"/>
              <a:ext cx="11114" cy="23272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2" name="Shape 102"/>
            <p:cNvSpPr/>
            <p:nvPr/>
          </p:nvSpPr>
          <p:spPr>
            <a:xfrm>
              <a:off x="19940588" y="2895600"/>
              <a:ext cx="11114" cy="21685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3" name="Shape 103"/>
            <p:cNvSpPr/>
            <p:nvPr/>
          </p:nvSpPr>
          <p:spPr>
            <a:xfrm>
              <a:off x="19877088" y="3683000"/>
              <a:ext cx="11114" cy="13827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4" name="Shape 104"/>
            <p:cNvSpPr/>
            <p:nvPr/>
          </p:nvSpPr>
          <p:spPr>
            <a:xfrm>
              <a:off x="19750088" y="2311399"/>
              <a:ext cx="11114" cy="27511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5" name="Shape 105"/>
            <p:cNvSpPr/>
            <p:nvPr/>
          </p:nvSpPr>
          <p:spPr>
            <a:xfrm>
              <a:off x="19724688" y="3732212"/>
              <a:ext cx="11114" cy="133350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6" name="Shape 106"/>
            <p:cNvSpPr/>
            <p:nvPr/>
          </p:nvSpPr>
          <p:spPr>
            <a:xfrm>
              <a:off x="19648488" y="2920999"/>
              <a:ext cx="11114" cy="21447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7" name="Shape 107"/>
            <p:cNvSpPr/>
            <p:nvPr/>
          </p:nvSpPr>
          <p:spPr>
            <a:xfrm>
              <a:off x="19610388" y="2349500"/>
              <a:ext cx="11114" cy="27130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8" name="Shape 108"/>
            <p:cNvSpPr/>
            <p:nvPr/>
          </p:nvSpPr>
          <p:spPr>
            <a:xfrm>
              <a:off x="19584988" y="2832100"/>
              <a:ext cx="11114" cy="22383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9" name="Shape 109"/>
            <p:cNvSpPr/>
            <p:nvPr/>
          </p:nvSpPr>
          <p:spPr>
            <a:xfrm>
              <a:off x="19521488" y="3416300"/>
              <a:ext cx="11114" cy="16541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0" name="Shape 110"/>
            <p:cNvSpPr/>
            <p:nvPr/>
          </p:nvSpPr>
          <p:spPr>
            <a:xfrm>
              <a:off x="19496088" y="3302000"/>
              <a:ext cx="11114" cy="17589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1" name="Shape 111"/>
            <p:cNvSpPr/>
            <p:nvPr/>
          </p:nvSpPr>
          <p:spPr>
            <a:xfrm>
              <a:off x="19445288" y="3416300"/>
              <a:ext cx="11114" cy="16541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2" name="Shape 112"/>
            <p:cNvSpPr/>
            <p:nvPr/>
          </p:nvSpPr>
          <p:spPr>
            <a:xfrm>
              <a:off x="19369088" y="2895599"/>
              <a:ext cx="11114" cy="21701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3" name="Shape 113"/>
            <p:cNvSpPr/>
            <p:nvPr/>
          </p:nvSpPr>
          <p:spPr>
            <a:xfrm>
              <a:off x="19356388" y="3746500"/>
              <a:ext cx="11114" cy="13239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4" name="Shape 114"/>
            <p:cNvSpPr/>
            <p:nvPr/>
          </p:nvSpPr>
          <p:spPr>
            <a:xfrm>
              <a:off x="19280188" y="3149600"/>
              <a:ext cx="11114" cy="19129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" name="Shape 115"/>
            <p:cNvSpPr/>
            <p:nvPr/>
          </p:nvSpPr>
          <p:spPr>
            <a:xfrm>
              <a:off x="19229388" y="3365500"/>
              <a:ext cx="11114" cy="16970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6" name="Shape 116"/>
            <p:cNvSpPr/>
            <p:nvPr/>
          </p:nvSpPr>
          <p:spPr>
            <a:xfrm>
              <a:off x="19203988" y="1879600"/>
              <a:ext cx="11114" cy="31845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7" name="Shape 117"/>
            <p:cNvSpPr/>
            <p:nvPr/>
          </p:nvSpPr>
          <p:spPr>
            <a:xfrm>
              <a:off x="19051588" y="3314700"/>
              <a:ext cx="11114" cy="17573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8" name="Shape 118"/>
            <p:cNvSpPr/>
            <p:nvPr/>
          </p:nvSpPr>
          <p:spPr>
            <a:xfrm>
              <a:off x="18975388" y="2463800"/>
              <a:ext cx="11114" cy="26082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9" name="Shape 119"/>
            <p:cNvSpPr/>
            <p:nvPr/>
          </p:nvSpPr>
          <p:spPr>
            <a:xfrm>
              <a:off x="18949988" y="1993900"/>
              <a:ext cx="11114" cy="30734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0" name="Shape 120"/>
            <p:cNvSpPr/>
            <p:nvPr/>
          </p:nvSpPr>
          <p:spPr>
            <a:xfrm>
              <a:off x="18886488" y="4724400"/>
              <a:ext cx="11114" cy="3429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1" name="Shape 121"/>
            <p:cNvSpPr/>
            <p:nvPr/>
          </p:nvSpPr>
          <p:spPr>
            <a:xfrm>
              <a:off x="18797588" y="2324100"/>
              <a:ext cx="11114" cy="27432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2" name="Shape 122"/>
            <p:cNvSpPr/>
            <p:nvPr/>
          </p:nvSpPr>
          <p:spPr>
            <a:xfrm>
              <a:off x="18721388" y="1422400"/>
              <a:ext cx="11114" cy="36496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3" name="Shape 123"/>
            <p:cNvSpPr/>
            <p:nvPr/>
          </p:nvSpPr>
          <p:spPr>
            <a:xfrm>
              <a:off x="18708688" y="1498600"/>
              <a:ext cx="11114" cy="35734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4" name="Shape 124"/>
            <p:cNvSpPr/>
            <p:nvPr/>
          </p:nvSpPr>
          <p:spPr>
            <a:xfrm>
              <a:off x="18594388" y="4406900"/>
              <a:ext cx="11114" cy="6635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5" name="Shape 125"/>
            <p:cNvSpPr/>
            <p:nvPr/>
          </p:nvSpPr>
          <p:spPr>
            <a:xfrm>
              <a:off x="18505488" y="3162300"/>
              <a:ext cx="11114" cy="18986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6" name="Shape 126"/>
            <p:cNvSpPr/>
            <p:nvPr/>
          </p:nvSpPr>
          <p:spPr>
            <a:xfrm>
              <a:off x="18505488" y="2755899"/>
              <a:ext cx="11114" cy="230664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7" name="Shape 127"/>
            <p:cNvSpPr/>
            <p:nvPr/>
          </p:nvSpPr>
          <p:spPr>
            <a:xfrm>
              <a:off x="18429288" y="4495800"/>
              <a:ext cx="11114" cy="5715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8" name="Shape 128"/>
            <p:cNvSpPr/>
            <p:nvPr/>
          </p:nvSpPr>
          <p:spPr>
            <a:xfrm>
              <a:off x="18391188" y="3302000"/>
              <a:ext cx="11114" cy="17621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9" name="Shape 129"/>
            <p:cNvSpPr/>
            <p:nvPr/>
          </p:nvSpPr>
          <p:spPr>
            <a:xfrm>
              <a:off x="18289588" y="2857500"/>
              <a:ext cx="11114" cy="22066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0" name="Shape 130"/>
            <p:cNvSpPr/>
            <p:nvPr/>
          </p:nvSpPr>
          <p:spPr>
            <a:xfrm>
              <a:off x="18213388" y="2971800"/>
              <a:ext cx="11114" cy="20891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1" name="Shape 131"/>
            <p:cNvSpPr/>
            <p:nvPr/>
          </p:nvSpPr>
          <p:spPr>
            <a:xfrm>
              <a:off x="18200688" y="2730500"/>
              <a:ext cx="11114" cy="23352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2" name="Shape 132"/>
            <p:cNvSpPr/>
            <p:nvPr/>
          </p:nvSpPr>
          <p:spPr>
            <a:xfrm>
              <a:off x="18111788" y="3568700"/>
              <a:ext cx="11114" cy="14922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3" name="Shape 133"/>
            <p:cNvSpPr/>
            <p:nvPr/>
          </p:nvSpPr>
          <p:spPr>
            <a:xfrm>
              <a:off x="18124488" y="2362200"/>
              <a:ext cx="11114" cy="27082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4" name="Shape 134"/>
            <p:cNvSpPr/>
            <p:nvPr/>
          </p:nvSpPr>
          <p:spPr>
            <a:xfrm>
              <a:off x="18010188" y="4419600"/>
              <a:ext cx="11114" cy="6524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5" name="Shape 135"/>
            <p:cNvSpPr/>
            <p:nvPr/>
          </p:nvSpPr>
          <p:spPr>
            <a:xfrm>
              <a:off x="17946688" y="4838700"/>
              <a:ext cx="11114" cy="2238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6" name="Shape 136"/>
            <p:cNvSpPr/>
            <p:nvPr/>
          </p:nvSpPr>
          <p:spPr>
            <a:xfrm>
              <a:off x="17857788" y="3365500"/>
              <a:ext cx="11114" cy="16954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7" name="Shape 137"/>
            <p:cNvSpPr/>
            <p:nvPr/>
          </p:nvSpPr>
          <p:spPr>
            <a:xfrm>
              <a:off x="17730788" y="4191000"/>
              <a:ext cx="11114" cy="8778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8" name="Shape 138"/>
            <p:cNvSpPr/>
            <p:nvPr/>
          </p:nvSpPr>
          <p:spPr>
            <a:xfrm>
              <a:off x="17692688" y="3632200"/>
              <a:ext cx="11114" cy="14319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9" name="Shape 139"/>
            <p:cNvSpPr/>
            <p:nvPr/>
          </p:nvSpPr>
          <p:spPr>
            <a:xfrm>
              <a:off x="17654588" y="2362200"/>
              <a:ext cx="11114" cy="27082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40" name="Shape 140"/>
            <p:cNvSpPr/>
            <p:nvPr/>
          </p:nvSpPr>
          <p:spPr>
            <a:xfrm>
              <a:off x="17578388" y="2476500"/>
              <a:ext cx="11114" cy="25844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41" name="Shape 141"/>
            <p:cNvSpPr/>
            <p:nvPr/>
          </p:nvSpPr>
          <p:spPr>
            <a:xfrm>
              <a:off x="17514888" y="4278312"/>
              <a:ext cx="11114" cy="7842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42" name="Shape 142"/>
            <p:cNvSpPr/>
            <p:nvPr/>
          </p:nvSpPr>
          <p:spPr>
            <a:xfrm>
              <a:off x="17438688" y="4673600"/>
              <a:ext cx="11114" cy="3905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43" name="Shape 143"/>
            <p:cNvSpPr/>
            <p:nvPr/>
          </p:nvSpPr>
          <p:spPr>
            <a:xfrm>
              <a:off x="17324388" y="3948112"/>
              <a:ext cx="11114" cy="11160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44" name="Shape 144"/>
            <p:cNvSpPr/>
            <p:nvPr/>
          </p:nvSpPr>
          <p:spPr>
            <a:xfrm>
              <a:off x="17298988" y="2755899"/>
              <a:ext cx="11114" cy="230664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45" name="Shape 145"/>
            <p:cNvSpPr/>
            <p:nvPr/>
          </p:nvSpPr>
          <p:spPr>
            <a:xfrm>
              <a:off x="17260888" y="4100512"/>
              <a:ext cx="11114" cy="9699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46" name="Shape 146"/>
            <p:cNvSpPr/>
            <p:nvPr/>
          </p:nvSpPr>
          <p:spPr>
            <a:xfrm>
              <a:off x="17184688" y="2654299"/>
              <a:ext cx="11114" cy="24082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47" name="Shape 147"/>
            <p:cNvSpPr/>
            <p:nvPr/>
          </p:nvSpPr>
          <p:spPr>
            <a:xfrm>
              <a:off x="17133888" y="2781300"/>
              <a:ext cx="11114" cy="22860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48" name="Shape 148"/>
            <p:cNvSpPr/>
            <p:nvPr/>
          </p:nvSpPr>
          <p:spPr>
            <a:xfrm>
              <a:off x="17108488" y="1447800"/>
              <a:ext cx="11114" cy="36242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49" name="Shape 149"/>
            <p:cNvSpPr/>
            <p:nvPr/>
          </p:nvSpPr>
          <p:spPr>
            <a:xfrm>
              <a:off x="17057688" y="4241800"/>
              <a:ext cx="11114" cy="8223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50" name="Shape 150"/>
            <p:cNvSpPr/>
            <p:nvPr/>
          </p:nvSpPr>
          <p:spPr>
            <a:xfrm>
              <a:off x="16968788" y="4151312"/>
              <a:ext cx="11114" cy="9207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51" name="Shape 151"/>
            <p:cNvSpPr/>
            <p:nvPr/>
          </p:nvSpPr>
          <p:spPr>
            <a:xfrm>
              <a:off x="16943388" y="2070100"/>
              <a:ext cx="11114" cy="29940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52" name="Shape 152"/>
            <p:cNvSpPr/>
            <p:nvPr/>
          </p:nvSpPr>
          <p:spPr>
            <a:xfrm>
              <a:off x="16867188" y="1739900"/>
              <a:ext cx="11114" cy="33289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53" name="Shape 153"/>
            <p:cNvSpPr/>
            <p:nvPr/>
          </p:nvSpPr>
          <p:spPr>
            <a:xfrm>
              <a:off x="16867188" y="3492500"/>
              <a:ext cx="11114" cy="15795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54" name="Shape 154"/>
            <p:cNvSpPr/>
            <p:nvPr/>
          </p:nvSpPr>
          <p:spPr>
            <a:xfrm>
              <a:off x="16816388" y="1816100"/>
              <a:ext cx="11114" cy="32543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55" name="Shape 155"/>
            <p:cNvSpPr/>
            <p:nvPr/>
          </p:nvSpPr>
          <p:spPr>
            <a:xfrm>
              <a:off x="16676688" y="2489199"/>
              <a:ext cx="11114" cy="25701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56" name="Shape 156"/>
            <p:cNvSpPr/>
            <p:nvPr/>
          </p:nvSpPr>
          <p:spPr>
            <a:xfrm>
              <a:off x="16676688" y="3009900"/>
              <a:ext cx="11114" cy="20574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57" name="Shape 157"/>
            <p:cNvSpPr/>
            <p:nvPr/>
          </p:nvSpPr>
          <p:spPr>
            <a:xfrm>
              <a:off x="16613188" y="1651000"/>
              <a:ext cx="11114" cy="34178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58" name="Shape 158"/>
            <p:cNvSpPr/>
            <p:nvPr/>
          </p:nvSpPr>
          <p:spPr>
            <a:xfrm>
              <a:off x="16549688" y="1612900"/>
              <a:ext cx="11114" cy="34528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59" name="Shape 159"/>
            <p:cNvSpPr/>
            <p:nvPr/>
          </p:nvSpPr>
          <p:spPr>
            <a:xfrm>
              <a:off x="16524288" y="3136900"/>
              <a:ext cx="11114" cy="19304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0" name="Shape 160"/>
            <p:cNvSpPr/>
            <p:nvPr/>
          </p:nvSpPr>
          <p:spPr>
            <a:xfrm>
              <a:off x="16460788" y="3314700"/>
              <a:ext cx="11114" cy="17573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1" name="Shape 161"/>
            <p:cNvSpPr/>
            <p:nvPr/>
          </p:nvSpPr>
          <p:spPr>
            <a:xfrm>
              <a:off x="16359188" y="3302000"/>
              <a:ext cx="11114" cy="17653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2" name="Shape 162"/>
            <p:cNvSpPr/>
            <p:nvPr/>
          </p:nvSpPr>
          <p:spPr>
            <a:xfrm>
              <a:off x="16130588" y="2362200"/>
              <a:ext cx="11114" cy="27082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3" name="Shape 163"/>
            <p:cNvSpPr/>
            <p:nvPr/>
          </p:nvSpPr>
          <p:spPr>
            <a:xfrm>
              <a:off x="16028988" y="4775200"/>
              <a:ext cx="11114" cy="29210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4" name="Shape 164"/>
            <p:cNvSpPr/>
            <p:nvPr/>
          </p:nvSpPr>
          <p:spPr>
            <a:xfrm>
              <a:off x="15978188" y="3810000"/>
              <a:ext cx="11114" cy="12573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5" name="Shape 165"/>
            <p:cNvSpPr/>
            <p:nvPr/>
          </p:nvSpPr>
          <p:spPr>
            <a:xfrm>
              <a:off x="15901988" y="2451100"/>
              <a:ext cx="11114" cy="26162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6" name="Shape 166"/>
            <p:cNvSpPr/>
            <p:nvPr/>
          </p:nvSpPr>
          <p:spPr>
            <a:xfrm>
              <a:off x="15889288" y="2476500"/>
              <a:ext cx="11114" cy="25939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7" name="Shape 167"/>
            <p:cNvSpPr/>
            <p:nvPr/>
          </p:nvSpPr>
          <p:spPr>
            <a:xfrm>
              <a:off x="15774988" y="3175000"/>
              <a:ext cx="11114" cy="18875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8" name="Shape 168"/>
            <p:cNvSpPr/>
            <p:nvPr/>
          </p:nvSpPr>
          <p:spPr>
            <a:xfrm>
              <a:off x="15774988" y="2882900"/>
              <a:ext cx="11114" cy="21891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9" name="Shape 169"/>
            <p:cNvSpPr/>
            <p:nvPr/>
          </p:nvSpPr>
          <p:spPr>
            <a:xfrm>
              <a:off x="15686088" y="4114800"/>
              <a:ext cx="11114" cy="9493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0" name="Shape 170"/>
            <p:cNvSpPr/>
            <p:nvPr/>
          </p:nvSpPr>
          <p:spPr>
            <a:xfrm>
              <a:off x="15686088" y="2946400"/>
              <a:ext cx="11114" cy="21177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1" name="Shape 171"/>
            <p:cNvSpPr/>
            <p:nvPr/>
          </p:nvSpPr>
          <p:spPr>
            <a:xfrm>
              <a:off x="15597188" y="3365500"/>
              <a:ext cx="11114" cy="170180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2" name="Shape 172"/>
            <p:cNvSpPr/>
            <p:nvPr/>
          </p:nvSpPr>
          <p:spPr>
            <a:xfrm>
              <a:off x="15571788" y="2667000"/>
              <a:ext cx="11114" cy="24050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3" name="Shape 173"/>
            <p:cNvSpPr/>
            <p:nvPr/>
          </p:nvSpPr>
          <p:spPr>
            <a:xfrm>
              <a:off x="15495588" y="3162300"/>
              <a:ext cx="11114" cy="19002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4" name="Shape 174"/>
            <p:cNvSpPr/>
            <p:nvPr/>
          </p:nvSpPr>
          <p:spPr>
            <a:xfrm>
              <a:off x="15317788" y="1866899"/>
              <a:ext cx="11114" cy="319881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5" name="Shape 175"/>
            <p:cNvSpPr/>
            <p:nvPr/>
          </p:nvSpPr>
          <p:spPr>
            <a:xfrm>
              <a:off x="15228888" y="4432300"/>
              <a:ext cx="11114" cy="63023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6" name="Shape 176"/>
            <p:cNvSpPr/>
            <p:nvPr/>
          </p:nvSpPr>
          <p:spPr>
            <a:xfrm>
              <a:off x="15203488" y="2667000"/>
              <a:ext cx="11114" cy="24050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7" name="Shape 177"/>
            <p:cNvSpPr/>
            <p:nvPr/>
          </p:nvSpPr>
          <p:spPr>
            <a:xfrm>
              <a:off x="15152688" y="2463800"/>
              <a:ext cx="11114" cy="26082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8" name="Shape 178"/>
            <p:cNvSpPr/>
            <p:nvPr/>
          </p:nvSpPr>
          <p:spPr>
            <a:xfrm>
              <a:off x="15076488" y="4214812"/>
              <a:ext cx="11114" cy="84613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9" name="Shape 179"/>
            <p:cNvSpPr/>
            <p:nvPr/>
          </p:nvSpPr>
          <p:spPr>
            <a:xfrm>
              <a:off x="15038388" y="3986212"/>
              <a:ext cx="11114" cy="10779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0" name="Shape 180"/>
            <p:cNvSpPr/>
            <p:nvPr/>
          </p:nvSpPr>
          <p:spPr>
            <a:xfrm>
              <a:off x="15038388" y="2870199"/>
              <a:ext cx="11114" cy="21955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1" name="Shape 181"/>
            <p:cNvSpPr/>
            <p:nvPr/>
          </p:nvSpPr>
          <p:spPr>
            <a:xfrm>
              <a:off x="14936788" y="2019300"/>
              <a:ext cx="11114" cy="30464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2" name="Shape 182"/>
            <p:cNvSpPr/>
            <p:nvPr/>
          </p:nvSpPr>
          <p:spPr>
            <a:xfrm>
              <a:off x="14911388" y="3111500"/>
              <a:ext cx="11114" cy="19573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3" name="Shape 183"/>
            <p:cNvSpPr/>
            <p:nvPr/>
          </p:nvSpPr>
          <p:spPr>
            <a:xfrm>
              <a:off x="14784388" y="2438400"/>
              <a:ext cx="11114" cy="26336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4" name="Shape 184"/>
            <p:cNvSpPr/>
            <p:nvPr/>
          </p:nvSpPr>
          <p:spPr>
            <a:xfrm>
              <a:off x="14682788" y="1219200"/>
              <a:ext cx="11114" cy="384333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5" name="Shape 185"/>
            <p:cNvSpPr/>
            <p:nvPr/>
          </p:nvSpPr>
          <p:spPr>
            <a:xfrm>
              <a:off x="14644688" y="3910012"/>
              <a:ext cx="11114" cy="115570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6" name="Shape 186"/>
            <p:cNvSpPr/>
            <p:nvPr/>
          </p:nvSpPr>
          <p:spPr>
            <a:xfrm>
              <a:off x="14593888" y="342899"/>
              <a:ext cx="11114" cy="47180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7" name="Shape 187"/>
            <p:cNvSpPr/>
            <p:nvPr/>
          </p:nvSpPr>
          <p:spPr>
            <a:xfrm>
              <a:off x="14543088" y="2197100"/>
              <a:ext cx="11114" cy="28670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8" name="Shape 188"/>
            <p:cNvSpPr/>
            <p:nvPr/>
          </p:nvSpPr>
          <p:spPr>
            <a:xfrm>
              <a:off x="14517688" y="1930399"/>
              <a:ext cx="11114" cy="31353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9" name="Shape 189"/>
            <p:cNvSpPr/>
            <p:nvPr/>
          </p:nvSpPr>
          <p:spPr>
            <a:xfrm>
              <a:off x="14454188" y="2044699"/>
              <a:ext cx="11114" cy="30210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90" name="Shape 190"/>
            <p:cNvSpPr/>
            <p:nvPr/>
          </p:nvSpPr>
          <p:spPr>
            <a:xfrm>
              <a:off x="14428788" y="114299"/>
              <a:ext cx="11114" cy="49561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91" name="Shape 191"/>
            <p:cNvSpPr/>
            <p:nvPr/>
          </p:nvSpPr>
          <p:spPr>
            <a:xfrm>
              <a:off x="14314488" y="1244599"/>
              <a:ext cx="11114" cy="38179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92" name="Shape 192"/>
            <p:cNvSpPr/>
            <p:nvPr/>
          </p:nvSpPr>
          <p:spPr>
            <a:xfrm>
              <a:off x="14250988" y="1752599"/>
              <a:ext cx="11114" cy="331470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93" name="Shape 193"/>
            <p:cNvSpPr/>
            <p:nvPr/>
          </p:nvSpPr>
          <p:spPr>
            <a:xfrm>
              <a:off x="14187488" y="3517900"/>
              <a:ext cx="11114" cy="15525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94" name="Shape 194"/>
            <p:cNvSpPr/>
            <p:nvPr/>
          </p:nvSpPr>
          <p:spPr>
            <a:xfrm>
              <a:off x="14136688" y="3568700"/>
              <a:ext cx="11114" cy="14970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95" name="Shape 195"/>
            <p:cNvSpPr/>
            <p:nvPr/>
          </p:nvSpPr>
          <p:spPr>
            <a:xfrm>
              <a:off x="14073188" y="1270000"/>
              <a:ext cx="11114" cy="37957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96" name="Shape 196"/>
            <p:cNvSpPr/>
            <p:nvPr/>
          </p:nvSpPr>
          <p:spPr>
            <a:xfrm>
              <a:off x="13996988" y="1396999"/>
              <a:ext cx="11114" cy="36655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97" name="Shape 197"/>
            <p:cNvSpPr/>
            <p:nvPr/>
          </p:nvSpPr>
          <p:spPr>
            <a:xfrm>
              <a:off x="13958888" y="139700"/>
              <a:ext cx="11114" cy="49307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98" name="Shape 198"/>
            <p:cNvSpPr/>
            <p:nvPr/>
          </p:nvSpPr>
          <p:spPr>
            <a:xfrm>
              <a:off x="13895388" y="901700"/>
              <a:ext cx="11114" cy="41656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99" name="Shape 199"/>
            <p:cNvSpPr/>
            <p:nvPr/>
          </p:nvSpPr>
          <p:spPr>
            <a:xfrm>
              <a:off x="13857288" y="4457700"/>
              <a:ext cx="11114" cy="6064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0" name="Shape 200"/>
            <p:cNvSpPr/>
            <p:nvPr/>
          </p:nvSpPr>
          <p:spPr>
            <a:xfrm>
              <a:off x="13806488" y="673099"/>
              <a:ext cx="11114" cy="43989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1" name="Shape 201"/>
            <p:cNvSpPr/>
            <p:nvPr/>
          </p:nvSpPr>
          <p:spPr>
            <a:xfrm>
              <a:off x="13755688" y="3848100"/>
              <a:ext cx="11114" cy="12223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2" name="Shape 202"/>
            <p:cNvSpPr/>
            <p:nvPr/>
          </p:nvSpPr>
          <p:spPr>
            <a:xfrm>
              <a:off x="13742988" y="1600200"/>
              <a:ext cx="11114" cy="34686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3" name="Shape 203"/>
            <p:cNvSpPr/>
            <p:nvPr/>
          </p:nvSpPr>
          <p:spPr>
            <a:xfrm>
              <a:off x="13692188" y="1600199"/>
              <a:ext cx="11114" cy="34639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4" name="Shape 204"/>
            <p:cNvSpPr/>
            <p:nvPr/>
          </p:nvSpPr>
          <p:spPr>
            <a:xfrm>
              <a:off x="13539788" y="482599"/>
              <a:ext cx="11114" cy="45783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5" name="Shape 205"/>
            <p:cNvSpPr/>
            <p:nvPr/>
          </p:nvSpPr>
          <p:spPr>
            <a:xfrm>
              <a:off x="13514388" y="1155700"/>
              <a:ext cx="11114" cy="39100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6" name="Shape 206"/>
            <p:cNvSpPr/>
            <p:nvPr/>
          </p:nvSpPr>
          <p:spPr>
            <a:xfrm>
              <a:off x="13476288" y="3810000"/>
              <a:ext cx="11114" cy="12509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7" name="Shape 207"/>
            <p:cNvSpPr/>
            <p:nvPr/>
          </p:nvSpPr>
          <p:spPr>
            <a:xfrm>
              <a:off x="13400088" y="1397000"/>
              <a:ext cx="11114" cy="36718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8" name="Shape 208"/>
            <p:cNvSpPr/>
            <p:nvPr/>
          </p:nvSpPr>
          <p:spPr>
            <a:xfrm>
              <a:off x="13374688" y="1282700"/>
              <a:ext cx="11114" cy="37830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9" name="Shape 209"/>
            <p:cNvSpPr/>
            <p:nvPr/>
          </p:nvSpPr>
          <p:spPr>
            <a:xfrm>
              <a:off x="13349288" y="584200"/>
              <a:ext cx="11114" cy="447833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0" name="Shape 210"/>
            <p:cNvSpPr/>
            <p:nvPr/>
          </p:nvSpPr>
          <p:spPr>
            <a:xfrm>
              <a:off x="13285788" y="2857500"/>
              <a:ext cx="11114" cy="22034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1" name="Shape 211"/>
            <p:cNvSpPr/>
            <p:nvPr/>
          </p:nvSpPr>
          <p:spPr>
            <a:xfrm>
              <a:off x="13234988" y="482600"/>
              <a:ext cx="11114" cy="45878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2" name="Shape 212"/>
            <p:cNvSpPr/>
            <p:nvPr/>
          </p:nvSpPr>
          <p:spPr>
            <a:xfrm>
              <a:off x="13196888" y="1219200"/>
              <a:ext cx="11114" cy="38512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3" name="Shape 213"/>
            <p:cNvSpPr/>
            <p:nvPr/>
          </p:nvSpPr>
          <p:spPr>
            <a:xfrm>
              <a:off x="13146088" y="1511300"/>
              <a:ext cx="11114" cy="35560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4" name="Shape 214"/>
            <p:cNvSpPr/>
            <p:nvPr/>
          </p:nvSpPr>
          <p:spPr>
            <a:xfrm>
              <a:off x="13082587" y="1320799"/>
              <a:ext cx="11114" cy="37512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5" name="Shape 215"/>
            <p:cNvSpPr/>
            <p:nvPr/>
          </p:nvSpPr>
          <p:spPr>
            <a:xfrm>
              <a:off x="13044487" y="571500"/>
              <a:ext cx="11114" cy="44942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6" name="Shape 216"/>
            <p:cNvSpPr/>
            <p:nvPr/>
          </p:nvSpPr>
          <p:spPr>
            <a:xfrm>
              <a:off x="12955586" y="2628900"/>
              <a:ext cx="11114" cy="24368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7" name="Shape 217"/>
            <p:cNvSpPr/>
            <p:nvPr/>
          </p:nvSpPr>
          <p:spPr>
            <a:xfrm>
              <a:off x="12904786" y="1701800"/>
              <a:ext cx="11114" cy="336073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8" name="Shape 218"/>
            <p:cNvSpPr/>
            <p:nvPr/>
          </p:nvSpPr>
          <p:spPr>
            <a:xfrm>
              <a:off x="12853986" y="952499"/>
              <a:ext cx="11114" cy="41179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9" name="Shape 219"/>
            <p:cNvSpPr/>
            <p:nvPr/>
          </p:nvSpPr>
          <p:spPr>
            <a:xfrm>
              <a:off x="12841286" y="1511300"/>
              <a:ext cx="11114" cy="35544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20" name="Shape 220"/>
            <p:cNvSpPr/>
            <p:nvPr/>
          </p:nvSpPr>
          <p:spPr>
            <a:xfrm>
              <a:off x="12752386" y="4838700"/>
              <a:ext cx="11114" cy="2317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21" name="Shape 221"/>
            <p:cNvSpPr/>
            <p:nvPr/>
          </p:nvSpPr>
          <p:spPr>
            <a:xfrm>
              <a:off x="12739686" y="825500"/>
              <a:ext cx="11114" cy="42402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22" name="Shape 222"/>
            <p:cNvSpPr/>
            <p:nvPr/>
          </p:nvSpPr>
          <p:spPr>
            <a:xfrm>
              <a:off x="12701586" y="2412999"/>
              <a:ext cx="11114" cy="26590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23" name="Shape 223"/>
            <p:cNvSpPr/>
            <p:nvPr/>
          </p:nvSpPr>
          <p:spPr>
            <a:xfrm>
              <a:off x="12625386" y="3403600"/>
              <a:ext cx="11114" cy="16684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24" name="Shape 224"/>
            <p:cNvSpPr/>
            <p:nvPr/>
          </p:nvSpPr>
          <p:spPr>
            <a:xfrm>
              <a:off x="12599986" y="2146299"/>
              <a:ext cx="11114" cy="292100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25" name="Shape 225"/>
            <p:cNvSpPr/>
            <p:nvPr/>
          </p:nvSpPr>
          <p:spPr>
            <a:xfrm>
              <a:off x="12485686" y="4381500"/>
              <a:ext cx="11114" cy="68103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26" name="Shape 226"/>
            <p:cNvSpPr/>
            <p:nvPr/>
          </p:nvSpPr>
          <p:spPr>
            <a:xfrm>
              <a:off x="12396786" y="228599"/>
              <a:ext cx="11114" cy="48434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27" name="Shape 227"/>
            <p:cNvSpPr/>
            <p:nvPr/>
          </p:nvSpPr>
          <p:spPr>
            <a:xfrm>
              <a:off x="12358686" y="152400"/>
              <a:ext cx="11114" cy="4916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28" name="Shape 228"/>
            <p:cNvSpPr/>
            <p:nvPr/>
          </p:nvSpPr>
          <p:spPr>
            <a:xfrm>
              <a:off x="12282486" y="1066799"/>
              <a:ext cx="11114" cy="4003677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29" name="Shape 229"/>
            <p:cNvSpPr/>
            <p:nvPr/>
          </p:nvSpPr>
          <p:spPr>
            <a:xfrm>
              <a:off x="12231686" y="3860800"/>
              <a:ext cx="11114" cy="12049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0" name="Shape 230"/>
            <p:cNvSpPr/>
            <p:nvPr/>
          </p:nvSpPr>
          <p:spPr>
            <a:xfrm>
              <a:off x="12180886" y="3111500"/>
              <a:ext cx="11114" cy="19573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1" name="Shape 231"/>
            <p:cNvSpPr/>
            <p:nvPr/>
          </p:nvSpPr>
          <p:spPr>
            <a:xfrm>
              <a:off x="12104686" y="1930400"/>
              <a:ext cx="11114" cy="31400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2" name="Shape 232"/>
            <p:cNvSpPr/>
            <p:nvPr/>
          </p:nvSpPr>
          <p:spPr>
            <a:xfrm>
              <a:off x="12028486" y="419099"/>
              <a:ext cx="11114" cy="46513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3" name="Shape 233"/>
            <p:cNvSpPr/>
            <p:nvPr/>
          </p:nvSpPr>
          <p:spPr>
            <a:xfrm>
              <a:off x="11977686" y="2349500"/>
              <a:ext cx="11114" cy="27178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4" name="Shape 234"/>
            <p:cNvSpPr/>
            <p:nvPr/>
          </p:nvSpPr>
          <p:spPr>
            <a:xfrm>
              <a:off x="11939586" y="4889500"/>
              <a:ext cx="11114" cy="1762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5" name="Shape 235"/>
            <p:cNvSpPr/>
            <p:nvPr/>
          </p:nvSpPr>
          <p:spPr>
            <a:xfrm>
              <a:off x="11863386" y="457200"/>
              <a:ext cx="11114" cy="46085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6" name="Shape 236"/>
            <p:cNvSpPr/>
            <p:nvPr/>
          </p:nvSpPr>
          <p:spPr>
            <a:xfrm>
              <a:off x="11812586" y="3884612"/>
              <a:ext cx="11114" cy="11874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7" name="Shape 237"/>
            <p:cNvSpPr/>
            <p:nvPr/>
          </p:nvSpPr>
          <p:spPr>
            <a:xfrm>
              <a:off x="11812586" y="1549400"/>
              <a:ext cx="11114" cy="35147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8" name="Shape 238"/>
            <p:cNvSpPr/>
            <p:nvPr/>
          </p:nvSpPr>
          <p:spPr>
            <a:xfrm>
              <a:off x="11685586" y="876299"/>
              <a:ext cx="11114" cy="41846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9" name="Shape 239"/>
            <p:cNvSpPr/>
            <p:nvPr/>
          </p:nvSpPr>
          <p:spPr>
            <a:xfrm>
              <a:off x="11622086" y="1574800"/>
              <a:ext cx="11114" cy="34940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0" name="Shape 240"/>
            <p:cNvSpPr/>
            <p:nvPr/>
          </p:nvSpPr>
          <p:spPr>
            <a:xfrm>
              <a:off x="11533186" y="2997200"/>
              <a:ext cx="11114" cy="20685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1" name="Shape 241"/>
            <p:cNvSpPr/>
            <p:nvPr/>
          </p:nvSpPr>
          <p:spPr>
            <a:xfrm>
              <a:off x="11469686" y="2552700"/>
              <a:ext cx="11114" cy="25177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2" name="Shape 242"/>
            <p:cNvSpPr/>
            <p:nvPr/>
          </p:nvSpPr>
          <p:spPr>
            <a:xfrm>
              <a:off x="11431586" y="3810000"/>
              <a:ext cx="11114" cy="12573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3" name="Shape 243"/>
            <p:cNvSpPr/>
            <p:nvPr/>
          </p:nvSpPr>
          <p:spPr>
            <a:xfrm>
              <a:off x="11368086" y="1054099"/>
              <a:ext cx="11114" cy="40163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4" name="Shape 244"/>
            <p:cNvSpPr/>
            <p:nvPr/>
          </p:nvSpPr>
          <p:spPr>
            <a:xfrm>
              <a:off x="11329986" y="1498600"/>
              <a:ext cx="11114" cy="35734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5" name="Shape 245"/>
            <p:cNvSpPr/>
            <p:nvPr/>
          </p:nvSpPr>
          <p:spPr>
            <a:xfrm>
              <a:off x="11291886" y="1816099"/>
              <a:ext cx="11114" cy="324961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6" name="Shape 246"/>
            <p:cNvSpPr/>
            <p:nvPr/>
          </p:nvSpPr>
          <p:spPr>
            <a:xfrm>
              <a:off x="11241086" y="1549400"/>
              <a:ext cx="11114" cy="35194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7" name="Shape 247"/>
            <p:cNvSpPr/>
            <p:nvPr/>
          </p:nvSpPr>
          <p:spPr>
            <a:xfrm>
              <a:off x="11177586" y="5016500"/>
              <a:ext cx="11114" cy="508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8" name="Shape 248"/>
            <p:cNvSpPr/>
            <p:nvPr/>
          </p:nvSpPr>
          <p:spPr>
            <a:xfrm>
              <a:off x="11139486" y="2489200"/>
              <a:ext cx="11114" cy="25765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9" name="Shape 249"/>
            <p:cNvSpPr/>
            <p:nvPr/>
          </p:nvSpPr>
          <p:spPr>
            <a:xfrm>
              <a:off x="11063286" y="1219200"/>
              <a:ext cx="11114" cy="38465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50" name="Shape 250"/>
            <p:cNvSpPr/>
            <p:nvPr/>
          </p:nvSpPr>
          <p:spPr>
            <a:xfrm>
              <a:off x="11012486" y="3479800"/>
              <a:ext cx="11114" cy="15859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51" name="Shape 251"/>
            <p:cNvSpPr/>
            <p:nvPr/>
          </p:nvSpPr>
          <p:spPr>
            <a:xfrm>
              <a:off x="10999786" y="4038600"/>
              <a:ext cx="11114" cy="10223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52" name="Shape 252"/>
            <p:cNvSpPr/>
            <p:nvPr/>
          </p:nvSpPr>
          <p:spPr>
            <a:xfrm>
              <a:off x="10936286" y="4597400"/>
              <a:ext cx="11114" cy="4730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53" name="Shape 253"/>
            <p:cNvSpPr/>
            <p:nvPr/>
          </p:nvSpPr>
          <p:spPr>
            <a:xfrm>
              <a:off x="10885486" y="1727200"/>
              <a:ext cx="11114" cy="33337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54" name="Shape 254"/>
            <p:cNvSpPr/>
            <p:nvPr/>
          </p:nvSpPr>
          <p:spPr>
            <a:xfrm>
              <a:off x="10847386" y="2628900"/>
              <a:ext cx="11114" cy="24399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55" name="Shape 255"/>
            <p:cNvSpPr/>
            <p:nvPr/>
          </p:nvSpPr>
          <p:spPr>
            <a:xfrm>
              <a:off x="10783886" y="1739900"/>
              <a:ext cx="11114" cy="33321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56" name="Shape 256"/>
            <p:cNvSpPr/>
            <p:nvPr/>
          </p:nvSpPr>
          <p:spPr>
            <a:xfrm>
              <a:off x="10669586" y="2857500"/>
              <a:ext cx="11114" cy="22066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57" name="Shape 257"/>
            <p:cNvSpPr/>
            <p:nvPr/>
          </p:nvSpPr>
          <p:spPr>
            <a:xfrm>
              <a:off x="10618786" y="1663700"/>
              <a:ext cx="11114" cy="34083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58" name="Shape 258"/>
            <p:cNvSpPr/>
            <p:nvPr/>
          </p:nvSpPr>
          <p:spPr>
            <a:xfrm>
              <a:off x="10542586" y="2451100"/>
              <a:ext cx="11114" cy="26193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59" name="Shape 259"/>
            <p:cNvSpPr/>
            <p:nvPr/>
          </p:nvSpPr>
          <p:spPr>
            <a:xfrm>
              <a:off x="10517186" y="1930400"/>
              <a:ext cx="11114" cy="31321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0" name="Shape 260"/>
            <p:cNvSpPr/>
            <p:nvPr/>
          </p:nvSpPr>
          <p:spPr>
            <a:xfrm>
              <a:off x="10440986" y="3124200"/>
              <a:ext cx="11114" cy="19415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1" name="Shape 261"/>
            <p:cNvSpPr/>
            <p:nvPr/>
          </p:nvSpPr>
          <p:spPr>
            <a:xfrm>
              <a:off x="10377486" y="2882900"/>
              <a:ext cx="11114" cy="21891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2" name="Shape 262"/>
            <p:cNvSpPr/>
            <p:nvPr/>
          </p:nvSpPr>
          <p:spPr>
            <a:xfrm>
              <a:off x="10364786" y="965200"/>
              <a:ext cx="11114" cy="41068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3" name="Shape 263"/>
            <p:cNvSpPr/>
            <p:nvPr/>
          </p:nvSpPr>
          <p:spPr>
            <a:xfrm>
              <a:off x="10313986" y="3340100"/>
              <a:ext cx="11114" cy="17319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4" name="Shape 264"/>
            <p:cNvSpPr/>
            <p:nvPr/>
          </p:nvSpPr>
          <p:spPr>
            <a:xfrm>
              <a:off x="10263186" y="4216400"/>
              <a:ext cx="11114" cy="8445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5" name="Shape 265"/>
            <p:cNvSpPr/>
            <p:nvPr/>
          </p:nvSpPr>
          <p:spPr>
            <a:xfrm>
              <a:off x="10225086" y="3124200"/>
              <a:ext cx="11114" cy="19367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6" name="Shape 266"/>
            <p:cNvSpPr/>
            <p:nvPr/>
          </p:nvSpPr>
          <p:spPr>
            <a:xfrm>
              <a:off x="10174286" y="3251200"/>
              <a:ext cx="11114" cy="18192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7" name="Shape 267"/>
            <p:cNvSpPr/>
            <p:nvPr/>
          </p:nvSpPr>
          <p:spPr>
            <a:xfrm>
              <a:off x="10059986" y="2755899"/>
              <a:ext cx="11114" cy="23161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8" name="Shape 268"/>
            <p:cNvSpPr/>
            <p:nvPr/>
          </p:nvSpPr>
          <p:spPr>
            <a:xfrm>
              <a:off x="9996486" y="1447800"/>
              <a:ext cx="11114" cy="36147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69" name="Shape 269"/>
            <p:cNvSpPr/>
            <p:nvPr/>
          </p:nvSpPr>
          <p:spPr>
            <a:xfrm>
              <a:off x="9971086" y="2387600"/>
              <a:ext cx="11114" cy="26733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70" name="Shape 270"/>
            <p:cNvSpPr/>
            <p:nvPr/>
          </p:nvSpPr>
          <p:spPr>
            <a:xfrm>
              <a:off x="9869486" y="2400300"/>
              <a:ext cx="11114" cy="26717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71" name="Shape 271"/>
            <p:cNvSpPr/>
            <p:nvPr/>
          </p:nvSpPr>
          <p:spPr>
            <a:xfrm>
              <a:off x="9856786" y="3581400"/>
              <a:ext cx="11114" cy="14795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72" name="Shape 272"/>
            <p:cNvSpPr/>
            <p:nvPr/>
          </p:nvSpPr>
          <p:spPr>
            <a:xfrm>
              <a:off x="9780586" y="584200"/>
              <a:ext cx="11114" cy="44878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73" name="Shape 273"/>
            <p:cNvSpPr/>
            <p:nvPr/>
          </p:nvSpPr>
          <p:spPr>
            <a:xfrm>
              <a:off x="9755186" y="101599"/>
              <a:ext cx="11114" cy="49625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74" name="Shape 274"/>
            <p:cNvSpPr/>
            <p:nvPr/>
          </p:nvSpPr>
          <p:spPr>
            <a:xfrm>
              <a:off x="9704386" y="838200"/>
              <a:ext cx="11114" cy="42291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75" name="Shape 275"/>
            <p:cNvSpPr/>
            <p:nvPr/>
          </p:nvSpPr>
          <p:spPr>
            <a:xfrm>
              <a:off x="9628186" y="3340100"/>
              <a:ext cx="11114" cy="17208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76" name="Shape 276"/>
            <p:cNvSpPr/>
            <p:nvPr/>
          </p:nvSpPr>
          <p:spPr>
            <a:xfrm>
              <a:off x="9602786" y="3403600"/>
              <a:ext cx="11114" cy="16652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77" name="Shape 277"/>
            <p:cNvSpPr/>
            <p:nvPr/>
          </p:nvSpPr>
          <p:spPr>
            <a:xfrm>
              <a:off x="9551986" y="2743200"/>
              <a:ext cx="11114" cy="23241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78" name="Shape 278"/>
            <p:cNvSpPr/>
            <p:nvPr/>
          </p:nvSpPr>
          <p:spPr>
            <a:xfrm>
              <a:off x="9475786" y="1968499"/>
              <a:ext cx="11114" cy="309404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79" name="Shape 279"/>
            <p:cNvSpPr/>
            <p:nvPr/>
          </p:nvSpPr>
          <p:spPr>
            <a:xfrm>
              <a:off x="9450386" y="1447799"/>
              <a:ext cx="11114" cy="36226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0" name="Shape 280"/>
            <p:cNvSpPr/>
            <p:nvPr/>
          </p:nvSpPr>
          <p:spPr>
            <a:xfrm>
              <a:off x="9386886" y="3403600"/>
              <a:ext cx="11114" cy="16652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1" name="Shape 281"/>
            <p:cNvSpPr/>
            <p:nvPr/>
          </p:nvSpPr>
          <p:spPr>
            <a:xfrm>
              <a:off x="9336086" y="-1"/>
              <a:ext cx="11114" cy="50609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2" name="Shape 282"/>
            <p:cNvSpPr/>
            <p:nvPr/>
          </p:nvSpPr>
          <p:spPr>
            <a:xfrm>
              <a:off x="9297986" y="4610100"/>
              <a:ext cx="11114" cy="4587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3" name="Shape 283"/>
            <p:cNvSpPr/>
            <p:nvPr/>
          </p:nvSpPr>
          <p:spPr>
            <a:xfrm>
              <a:off x="9221786" y="1854199"/>
              <a:ext cx="11114" cy="32162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4" name="Shape 284"/>
            <p:cNvSpPr/>
            <p:nvPr/>
          </p:nvSpPr>
          <p:spPr>
            <a:xfrm>
              <a:off x="9158286" y="380999"/>
              <a:ext cx="11114" cy="46878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5" name="Shape 285"/>
            <p:cNvSpPr/>
            <p:nvPr/>
          </p:nvSpPr>
          <p:spPr>
            <a:xfrm>
              <a:off x="9107486" y="4660900"/>
              <a:ext cx="11114" cy="4095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6" name="Shape 286"/>
            <p:cNvSpPr/>
            <p:nvPr/>
          </p:nvSpPr>
          <p:spPr>
            <a:xfrm>
              <a:off x="9005886" y="596900"/>
              <a:ext cx="11114" cy="44719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7" name="Shape 287"/>
            <p:cNvSpPr/>
            <p:nvPr/>
          </p:nvSpPr>
          <p:spPr>
            <a:xfrm>
              <a:off x="8942386" y="76199"/>
              <a:ext cx="11114" cy="49958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8" name="Shape 288"/>
            <p:cNvSpPr/>
            <p:nvPr/>
          </p:nvSpPr>
          <p:spPr>
            <a:xfrm>
              <a:off x="8891586" y="152399"/>
              <a:ext cx="11114" cy="49101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9" name="Shape 289"/>
            <p:cNvSpPr/>
            <p:nvPr/>
          </p:nvSpPr>
          <p:spPr>
            <a:xfrm>
              <a:off x="8853486" y="1130300"/>
              <a:ext cx="11114" cy="39370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90" name="Shape 290"/>
            <p:cNvSpPr/>
            <p:nvPr/>
          </p:nvSpPr>
          <p:spPr>
            <a:xfrm>
              <a:off x="8789986" y="1930400"/>
              <a:ext cx="11114" cy="31400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91" name="Shape 291"/>
            <p:cNvSpPr/>
            <p:nvPr/>
          </p:nvSpPr>
          <p:spPr>
            <a:xfrm>
              <a:off x="8789986" y="3706812"/>
              <a:ext cx="11114" cy="136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92" name="Shape 292"/>
            <p:cNvSpPr/>
            <p:nvPr/>
          </p:nvSpPr>
          <p:spPr>
            <a:xfrm>
              <a:off x="8688386" y="1079500"/>
              <a:ext cx="11114" cy="39862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93" name="Shape 293"/>
            <p:cNvSpPr/>
            <p:nvPr/>
          </p:nvSpPr>
          <p:spPr>
            <a:xfrm>
              <a:off x="8637586" y="838200"/>
              <a:ext cx="11114" cy="42306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94" name="Shape 294"/>
            <p:cNvSpPr/>
            <p:nvPr/>
          </p:nvSpPr>
          <p:spPr>
            <a:xfrm>
              <a:off x="8599486" y="2260600"/>
              <a:ext cx="11114" cy="28082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95" name="Shape 295"/>
            <p:cNvSpPr/>
            <p:nvPr/>
          </p:nvSpPr>
          <p:spPr>
            <a:xfrm>
              <a:off x="8574086" y="1790700"/>
              <a:ext cx="11114" cy="327183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96" name="Shape 296"/>
            <p:cNvSpPr/>
            <p:nvPr/>
          </p:nvSpPr>
          <p:spPr>
            <a:xfrm>
              <a:off x="8434386" y="2946400"/>
              <a:ext cx="11114" cy="21193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97" name="Shape 297"/>
            <p:cNvSpPr/>
            <p:nvPr/>
          </p:nvSpPr>
          <p:spPr>
            <a:xfrm>
              <a:off x="8370886" y="2463800"/>
              <a:ext cx="11114" cy="26035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98" name="Shape 298"/>
            <p:cNvSpPr/>
            <p:nvPr/>
          </p:nvSpPr>
          <p:spPr>
            <a:xfrm>
              <a:off x="8307386" y="3770312"/>
              <a:ext cx="11114" cy="13001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99" name="Shape 299"/>
            <p:cNvSpPr/>
            <p:nvPr/>
          </p:nvSpPr>
          <p:spPr>
            <a:xfrm>
              <a:off x="8180386" y="4495800"/>
              <a:ext cx="11114" cy="5683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00" name="Shape 300"/>
            <p:cNvSpPr/>
            <p:nvPr/>
          </p:nvSpPr>
          <p:spPr>
            <a:xfrm>
              <a:off x="8116886" y="1447800"/>
              <a:ext cx="11114" cy="36163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01" name="Shape 301"/>
            <p:cNvSpPr/>
            <p:nvPr/>
          </p:nvSpPr>
          <p:spPr>
            <a:xfrm>
              <a:off x="8040686" y="3352800"/>
              <a:ext cx="11114" cy="17113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02" name="Shape 302"/>
            <p:cNvSpPr/>
            <p:nvPr/>
          </p:nvSpPr>
          <p:spPr>
            <a:xfrm>
              <a:off x="7989886" y="1320799"/>
              <a:ext cx="11114" cy="37433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03" name="Shape 303"/>
            <p:cNvSpPr/>
            <p:nvPr/>
          </p:nvSpPr>
          <p:spPr>
            <a:xfrm>
              <a:off x="7837486" y="4775200"/>
              <a:ext cx="11114" cy="2905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04" name="Shape 304"/>
            <p:cNvSpPr/>
            <p:nvPr/>
          </p:nvSpPr>
          <p:spPr>
            <a:xfrm>
              <a:off x="7748586" y="3225800"/>
              <a:ext cx="11114" cy="18367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05" name="Shape 305"/>
            <p:cNvSpPr/>
            <p:nvPr/>
          </p:nvSpPr>
          <p:spPr>
            <a:xfrm>
              <a:off x="7735886" y="2832100"/>
              <a:ext cx="11114" cy="22336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06" name="Shape 306"/>
            <p:cNvSpPr/>
            <p:nvPr/>
          </p:nvSpPr>
          <p:spPr>
            <a:xfrm>
              <a:off x="7646986" y="1968499"/>
              <a:ext cx="11114" cy="31035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07" name="Shape 307"/>
            <p:cNvSpPr/>
            <p:nvPr/>
          </p:nvSpPr>
          <p:spPr>
            <a:xfrm>
              <a:off x="7583486" y="1041399"/>
              <a:ext cx="11114" cy="40290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08" name="Shape 308"/>
            <p:cNvSpPr/>
            <p:nvPr/>
          </p:nvSpPr>
          <p:spPr>
            <a:xfrm>
              <a:off x="7532686" y="3276600"/>
              <a:ext cx="11114" cy="17938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09" name="Shape 309"/>
            <p:cNvSpPr/>
            <p:nvPr/>
          </p:nvSpPr>
          <p:spPr>
            <a:xfrm>
              <a:off x="7443786" y="4229100"/>
              <a:ext cx="11114" cy="8350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10" name="Shape 310"/>
            <p:cNvSpPr/>
            <p:nvPr/>
          </p:nvSpPr>
          <p:spPr>
            <a:xfrm>
              <a:off x="7392986" y="1371600"/>
              <a:ext cx="11114" cy="37004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11" name="Shape 311"/>
            <p:cNvSpPr/>
            <p:nvPr/>
          </p:nvSpPr>
          <p:spPr>
            <a:xfrm>
              <a:off x="7380286" y="2349499"/>
              <a:ext cx="11114" cy="270986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12" name="Shape 312"/>
            <p:cNvSpPr/>
            <p:nvPr/>
          </p:nvSpPr>
          <p:spPr>
            <a:xfrm>
              <a:off x="7342186" y="3454400"/>
              <a:ext cx="11114" cy="16097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13" name="Shape 313"/>
            <p:cNvSpPr/>
            <p:nvPr/>
          </p:nvSpPr>
          <p:spPr>
            <a:xfrm>
              <a:off x="7253286" y="4673600"/>
              <a:ext cx="11114" cy="3921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14" name="Shape 314"/>
            <p:cNvSpPr/>
            <p:nvPr/>
          </p:nvSpPr>
          <p:spPr>
            <a:xfrm>
              <a:off x="7240586" y="2857499"/>
              <a:ext cx="11114" cy="22113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15" name="Shape 315"/>
            <p:cNvSpPr/>
            <p:nvPr/>
          </p:nvSpPr>
          <p:spPr>
            <a:xfrm>
              <a:off x="7164386" y="3987800"/>
              <a:ext cx="11114" cy="107473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16" name="Shape 316"/>
            <p:cNvSpPr/>
            <p:nvPr/>
          </p:nvSpPr>
          <p:spPr>
            <a:xfrm>
              <a:off x="7138986" y="203199"/>
              <a:ext cx="11114" cy="48625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17" name="Shape 317"/>
            <p:cNvSpPr/>
            <p:nvPr/>
          </p:nvSpPr>
          <p:spPr>
            <a:xfrm>
              <a:off x="7037386" y="1663700"/>
              <a:ext cx="11114" cy="33972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18" name="Shape 318"/>
            <p:cNvSpPr/>
            <p:nvPr/>
          </p:nvSpPr>
          <p:spPr>
            <a:xfrm>
              <a:off x="7050086" y="4025900"/>
              <a:ext cx="11114" cy="10414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19" name="Shape 319"/>
            <p:cNvSpPr/>
            <p:nvPr/>
          </p:nvSpPr>
          <p:spPr>
            <a:xfrm>
              <a:off x="6986586" y="1346199"/>
              <a:ext cx="11114" cy="37163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20" name="Shape 320"/>
            <p:cNvSpPr/>
            <p:nvPr/>
          </p:nvSpPr>
          <p:spPr>
            <a:xfrm>
              <a:off x="6923086" y="1485899"/>
              <a:ext cx="11114" cy="35845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21" name="Shape 321"/>
            <p:cNvSpPr/>
            <p:nvPr/>
          </p:nvSpPr>
          <p:spPr>
            <a:xfrm>
              <a:off x="6872286" y="1384300"/>
              <a:ext cx="11114" cy="36766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22" name="Shape 322"/>
            <p:cNvSpPr/>
            <p:nvPr/>
          </p:nvSpPr>
          <p:spPr>
            <a:xfrm>
              <a:off x="6808786" y="1409700"/>
              <a:ext cx="11114" cy="36591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23" name="Shape 323"/>
            <p:cNvSpPr/>
            <p:nvPr/>
          </p:nvSpPr>
          <p:spPr>
            <a:xfrm>
              <a:off x="6770686" y="368300"/>
              <a:ext cx="11114" cy="47037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24" name="Shape 324"/>
            <p:cNvSpPr/>
            <p:nvPr/>
          </p:nvSpPr>
          <p:spPr>
            <a:xfrm>
              <a:off x="6732586" y="4051300"/>
              <a:ext cx="11114" cy="10160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25" name="Shape 325"/>
            <p:cNvSpPr/>
            <p:nvPr/>
          </p:nvSpPr>
          <p:spPr>
            <a:xfrm>
              <a:off x="6669086" y="965200"/>
              <a:ext cx="11114" cy="41005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26" name="Shape 326"/>
            <p:cNvSpPr/>
            <p:nvPr/>
          </p:nvSpPr>
          <p:spPr>
            <a:xfrm>
              <a:off x="6618286" y="939799"/>
              <a:ext cx="11114" cy="41211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27" name="Shape 327"/>
            <p:cNvSpPr/>
            <p:nvPr/>
          </p:nvSpPr>
          <p:spPr>
            <a:xfrm>
              <a:off x="6592886" y="1028700"/>
              <a:ext cx="11114" cy="40417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28" name="Shape 328"/>
            <p:cNvSpPr/>
            <p:nvPr/>
          </p:nvSpPr>
          <p:spPr>
            <a:xfrm>
              <a:off x="6516686" y="266699"/>
              <a:ext cx="11114" cy="48037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29" name="Shape 329"/>
            <p:cNvSpPr/>
            <p:nvPr/>
          </p:nvSpPr>
          <p:spPr>
            <a:xfrm>
              <a:off x="6478586" y="2349500"/>
              <a:ext cx="11114" cy="27225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0" name="Shape 330"/>
            <p:cNvSpPr/>
            <p:nvPr/>
          </p:nvSpPr>
          <p:spPr>
            <a:xfrm>
              <a:off x="6389686" y="4227512"/>
              <a:ext cx="11114" cy="8366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1" name="Shape 331"/>
            <p:cNvSpPr/>
            <p:nvPr/>
          </p:nvSpPr>
          <p:spPr>
            <a:xfrm>
              <a:off x="6364286" y="3594100"/>
              <a:ext cx="11114" cy="14700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2" name="Shape 332"/>
            <p:cNvSpPr/>
            <p:nvPr/>
          </p:nvSpPr>
          <p:spPr>
            <a:xfrm>
              <a:off x="6313486" y="622300"/>
              <a:ext cx="11114" cy="444023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3" name="Shape 333"/>
            <p:cNvSpPr/>
            <p:nvPr/>
          </p:nvSpPr>
          <p:spPr>
            <a:xfrm>
              <a:off x="6275386" y="2247900"/>
              <a:ext cx="11114" cy="28130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4" name="Shape 334"/>
            <p:cNvSpPr/>
            <p:nvPr/>
          </p:nvSpPr>
          <p:spPr>
            <a:xfrm>
              <a:off x="6211886" y="4025900"/>
              <a:ext cx="11114" cy="10382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5" name="Shape 335"/>
            <p:cNvSpPr/>
            <p:nvPr/>
          </p:nvSpPr>
          <p:spPr>
            <a:xfrm>
              <a:off x="6161086" y="3403600"/>
              <a:ext cx="11114" cy="16605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6" name="Shape 336"/>
            <p:cNvSpPr/>
            <p:nvPr/>
          </p:nvSpPr>
          <p:spPr>
            <a:xfrm>
              <a:off x="6148386" y="1028700"/>
              <a:ext cx="11114" cy="40401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7" name="Shape 337"/>
            <p:cNvSpPr/>
            <p:nvPr/>
          </p:nvSpPr>
          <p:spPr>
            <a:xfrm>
              <a:off x="6046786" y="2920999"/>
              <a:ext cx="11114" cy="21447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8" name="Shape 338"/>
            <p:cNvSpPr/>
            <p:nvPr/>
          </p:nvSpPr>
          <p:spPr>
            <a:xfrm>
              <a:off x="5957886" y="2146300"/>
              <a:ext cx="11114" cy="29178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39" name="Shape 339"/>
            <p:cNvSpPr/>
            <p:nvPr/>
          </p:nvSpPr>
          <p:spPr>
            <a:xfrm>
              <a:off x="5919786" y="2692400"/>
              <a:ext cx="11114" cy="23796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40" name="Shape 340"/>
            <p:cNvSpPr/>
            <p:nvPr/>
          </p:nvSpPr>
          <p:spPr>
            <a:xfrm>
              <a:off x="5881686" y="863600"/>
              <a:ext cx="11114" cy="42084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41" name="Shape 341"/>
            <p:cNvSpPr/>
            <p:nvPr/>
          </p:nvSpPr>
          <p:spPr>
            <a:xfrm>
              <a:off x="5741986" y="3962400"/>
              <a:ext cx="11114" cy="11033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42" name="Shape 342"/>
            <p:cNvSpPr/>
            <p:nvPr/>
          </p:nvSpPr>
          <p:spPr>
            <a:xfrm>
              <a:off x="5741986" y="584200"/>
              <a:ext cx="11114" cy="44878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43" name="Shape 343"/>
            <p:cNvSpPr/>
            <p:nvPr/>
          </p:nvSpPr>
          <p:spPr>
            <a:xfrm>
              <a:off x="5653086" y="1142999"/>
              <a:ext cx="11114" cy="392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44" name="Shape 344"/>
            <p:cNvSpPr/>
            <p:nvPr/>
          </p:nvSpPr>
          <p:spPr>
            <a:xfrm>
              <a:off x="5576886" y="1536700"/>
              <a:ext cx="11114" cy="35306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45" name="Shape 345"/>
            <p:cNvSpPr/>
            <p:nvPr/>
          </p:nvSpPr>
          <p:spPr>
            <a:xfrm>
              <a:off x="5526086" y="1358900"/>
              <a:ext cx="11114" cy="37131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46" name="Shape 346"/>
            <p:cNvSpPr/>
            <p:nvPr/>
          </p:nvSpPr>
          <p:spPr>
            <a:xfrm>
              <a:off x="5462586" y="2692399"/>
              <a:ext cx="11114" cy="23733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47" name="Shape 347"/>
            <p:cNvSpPr/>
            <p:nvPr/>
          </p:nvSpPr>
          <p:spPr>
            <a:xfrm>
              <a:off x="5411786" y="4127500"/>
              <a:ext cx="11114" cy="9334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48" name="Shape 348"/>
            <p:cNvSpPr/>
            <p:nvPr/>
          </p:nvSpPr>
          <p:spPr>
            <a:xfrm>
              <a:off x="5373686" y="1219199"/>
              <a:ext cx="11114" cy="38417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49" name="Shape 349"/>
            <p:cNvSpPr/>
            <p:nvPr/>
          </p:nvSpPr>
          <p:spPr>
            <a:xfrm>
              <a:off x="5322886" y="939799"/>
              <a:ext cx="11114" cy="4124327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50" name="Shape 350"/>
            <p:cNvSpPr/>
            <p:nvPr/>
          </p:nvSpPr>
          <p:spPr>
            <a:xfrm>
              <a:off x="5284786" y="457200"/>
              <a:ext cx="11114" cy="46148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51" name="Shape 351"/>
            <p:cNvSpPr/>
            <p:nvPr/>
          </p:nvSpPr>
          <p:spPr>
            <a:xfrm>
              <a:off x="5221286" y="2387600"/>
              <a:ext cx="11114" cy="26781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52" name="Shape 352"/>
            <p:cNvSpPr/>
            <p:nvPr/>
          </p:nvSpPr>
          <p:spPr>
            <a:xfrm>
              <a:off x="5157786" y="3670300"/>
              <a:ext cx="11114" cy="13970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53" name="Shape 353"/>
            <p:cNvSpPr/>
            <p:nvPr/>
          </p:nvSpPr>
          <p:spPr>
            <a:xfrm>
              <a:off x="5094286" y="1092200"/>
              <a:ext cx="11114" cy="39751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54" name="Shape 354"/>
            <p:cNvSpPr/>
            <p:nvPr/>
          </p:nvSpPr>
          <p:spPr>
            <a:xfrm>
              <a:off x="5056186" y="1295400"/>
              <a:ext cx="11114" cy="37766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55" name="Shape 355"/>
            <p:cNvSpPr/>
            <p:nvPr/>
          </p:nvSpPr>
          <p:spPr>
            <a:xfrm>
              <a:off x="4954586" y="520699"/>
              <a:ext cx="11114" cy="45434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56" name="Shape 356"/>
            <p:cNvSpPr/>
            <p:nvPr/>
          </p:nvSpPr>
          <p:spPr>
            <a:xfrm>
              <a:off x="4929186" y="3403600"/>
              <a:ext cx="11114" cy="16573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57" name="Shape 357"/>
            <p:cNvSpPr/>
            <p:nvPr/>
          </p:nvSpPr>
          <p:spPr>
            <a:xfrm>
              <a:off x="4865686" y="2070099"/>
              <a:ext cx="11114" cy="30019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58" name="Shape 358"/>
            <p:cNvSpPr/>
            <p:nvPr/>
          </p:nvSpPr>
          <p:spPr>
            <a:xfrm>
              <a:off x="4827586" y="787399"/>
              <a:ext cx="11114" cy="4281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59" name="Shape 359"/>
            <p:cNvSpPr/>
            <p:nvPr/>
          </p:nvSpPr>
          <p:spPr>
            <a:xfrm>
              <a:off x="4802186" y="457200"/>
              <a:ext cx="11114" cy="46116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60" name="Shape 360"/>
            <p:cNvSpPr/>
            <p:nvPr/>
          </p:nvSpPr>
          <p:spPr>
            <a:xfrm>
              <a:off x="4713286" y="2070100"/>
              <a:ext cx="11114" cy="30003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61" name="Shape 361"/>
            <p:cNvSpPr/>
            <p:nvPr/>
          </p:nvSpPr>
          <p:spPr>
            <a:xfrm>
              <a:off x="4624386" y="596900"/>
              <a:ext cx="11114" cy="44719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62" name="Shape 362"/>
            <p:cNvSpPr/>
            <p:nvPr/>
          </p:nvSpPr>
          <p:spPr>
            <a:xfrm>
              <a:off x="4598986" y="1600200"/>
              <a:ext cx="11114" cy="346233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63" name="Shape 363"/>
            <p:cNvSpPr/>
            <p:nvPr/>
          </p:nvSpPr>
          <p:spPr>
            <a:xfrm>
              <a:off x="4548186" y="1524000"/>
              <a:ext cx="11114" cy="353853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64" name="Shape 364"/>
            <p:cNvSpPr/>
            <p:nvPr/>
          </p:nvSpPr>
          <p:spPr>
            <a:xfrm>
              <a:off x="4497386" y="2882900"/>
              <a:ext cx="11114" cy="21875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65" name="Shape 365"/>
            <p:cNvSpPr/>
            <p:nvPr/>
          </p:nvSpPr>
          <p:spPr>
            <a:xfrm>
              <a:off x="4421186" y="63499"/>
              <a:ext cx="11114" cy="49990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66" name="Shape 366"/>
            <p:cNvSpPr/>
            <p:nvPr/>
          </p:nvSpPr>
          <p:spPr>
            <a:xfrm>
              <a:off x="4370386" y="4660900"/>
              <a:ext cx="11114" cy="4032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67" name="Shape 367"/>
            <p:cNvSpPr/>
            <p:nvPr/>
          </p:nvSpPr>
          <p:spPr>
            <a:xfrm>
              <a:off x="4344986" y="1676400"/>
              <a:ext cx="11114" cy="33940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68" name="Shape 368"/>
            <p:cNvSpPr/>
            <p:nvPr/>
          </p:nvSpPr>
          <p:spPr>
            <a:xfrm>
              <a:off x="4306886" y="1333499"/>
              <a:ext cx="11114" cy="37306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69" name="Shape 369"/>
            <p:cNvSpPr/>
            <p:nvPr/>
          </p:nvSpPr>
          <p:spPr>
            <a:xfrm>
              <a:off x="4167186" y="3797300"/>
              <a:ext cx="11114" cy="12747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70" name="Shape 370"/>
            <p:cNvSpPr/>
            <p:nvPr/>
          </p:nvSpPr>
          <p:spPr>
            <a:xfrm>
              <a:off x="4154486" y="825500"/>
              <a:ext cx="11114" cy="42449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71" name="Shape 371"/>
            <p:cNvSpPr/>
            <p:nvPr/>
          </p:nvSpPr>
          <p:spPr>
            <a:xfrm>
              <a:off x="4090986" y="4800600"/>
              <a:ext cx="11114" cy="2667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72" name="Shape 372"/>
            <p:cNvSpPr/>
            <p:nvPr/>
          </p:nvSpPr>
          <p:spPr>
            <a:xfrm>
              <a:off x="4052886" y="1536700"/>
              <a:ext cx="11114" cy="35306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73" name="Shape 373"/>
            <p:cNvSpPr/>
            <p:nvPr/>
          </p:nvSpPr>
          <p:spPr>
            <a:xfrm>
              <a:off x="4002086" y="3987800"/>
              <a:ext cx="11114" cy="10810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74" name="Shape 374"/>
            <p:cNvSpPr/>
            <p:nvPr/>
          </p:nvSpPr>
          <p:spPr>
            <a:xfrm>
              <a:off x="3938586" y="622299"/>
              <a:ext cx="11114" cy="44386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75" name="Shape 375"/>
            <p:cNvSpPr/>
            <p:nvPr/>
          </p:nvSpPr>
          <p:spPr>
            <a:xfrm>
              <a:off x="3849686" y="1358900"/>
              <a:ext cx="11114" cy="37099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76" name="Shape 376"/>
            <p:cNvSpPr/>
            <p:nvPr/>
          </p:nvSpPr>
          <p:spPr>
            <a:xfrm>
              <a:off x="3786186" y="2158999"/>
              <a:ext cx="11114" cy="29130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77" name="Shape 377"/>
            <p:cNvSpPr/>
            <p:nvPr/>
          </p:nvSpPr>
          <p:spPr>
            <a:xfrm>
              <a:off x="3748086" y="1511300"/>
              <a:ext cx="11114" cy="35560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78" name="Shape 378"/>
            <p:cNvSpPr/>
            <p:nvPr/>
          </p:nvSpPr>
          <p:spPr>
            <a:xfrm>
              <a:off x="3709986" y="2298700"/>
              <a:ext cx="11114" cy="27622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79" name="Shape 379"/>
            <p:cNvSpPr/>
            <p:nvPr/>
          </p:nvSpPr>
          <p:spPr>
            <a:xfrm>
              <a:off x="3646486" y="3835400"/>
              <a:ext cx="11114" cy="12366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80" name="Shape 380"/>
            <p:cNvSpPr/>
            <p:nvPr/>
          </p:nvSpPr>
          <p:spPr>
            <a:xfrm>
              <a:off x="3621086" y="2311400"/>
              <a:ext cx="11114" cy="27590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81" name="Shape 381"/>
            <p:cNvSpPr/>
            <p:nvPr/>
          </p:nvSpPr>
          <p:spPr>
            <a:xfrm>
              <a:off x="3519486" y="1435100"/>
              <a:ext cx="11114" cy="36258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82" name="Shape 382"/>
            <p:cNvSpPr/>
            <p:nvPr/>
          </p:nvSpPr>
          <p:spPr>
            <a:xfrm>
              <a:off x="3443286" y="4432300"/>
              <a:ext cx="11114" cy="6334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83" name="Shape 383"/>
            <p:cNvSpPr/>
            <p:nvPr/>
          </p:nvSpPr>
          <p:spPr>
            <a:xfrm>
              <a:off x="3392486" y="4597400"/>
              <a:ext cx="11114" cy="4714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84" name="Shape 384"/>
            <p:cNvSpPr/>
            <p:nvPr/>
          </p:nvSpPr>
          <p:spPr>
            <a:xfrm>
              <a:off x="3278186" y="1536700"/>
              <a:ext cx="11114" cy="35321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85" name="Shape 385"/>
            <p:cNvSpPr/>
            <p:nvPr/>
          </p:nvSpPr>
          <p:spPr>
            <a:xfrm>
              <a:off x="3265486" y="1676400"/>
              <a:ext cx="11114" cy="33893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86" name="Shape 386"/>
            <p:cNvSpPr/>
            <p:nvPr/>
          </p:nvSpPr>
          <p:spPr>
            <a:xfrm>
              <a:off x="3214686" y="2146299"/>
              <a:ext cx="11114" cy="291941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87" name="Shape 387"/>
            <p:cNvSpPr/>
            <p:nvPr/>
          </p:nvSpPr>
          <p:spPr>
            <a:xfrm>
              <a:off x="3176586" y="2641600"/>
              <a:ext cx="11114" cy="24193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88" name="Shape 388"/>
            <p:cNvSpPr/>
            <p:nvPr/>
          </p:nvSpPr>
          <p:spPr>
            <a:xfrm>
              <a:off x="3049586" y="3175000"/>
              <a:ext cx="11114" cy="18923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89" name="Shape 389"/>
            <p:cNvSpPr/>
            <p:nvPr/>
          </p:nvSpPr>
          <p:spPr>
            <a:xfrm>
              <a:off x="2947986" y="1219199"/>
              <a:ext cx="11114" cy="38417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90" name="Shape 390"/>
            <p:cNvSpPr/>
            <p:nvPr/>
          </p:nvSpPr>
          <p:spPr>
            <a:xfrm>
              <a:off x="2897186" y="2920999"/>
              <a:ext cx="11114" cy="21447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91" name="Shape 391"/>
            <p:cNvSpPr/>
            <p:nvPr/>
          </p:nvSpPr>
          <p:spPr>
            <a:xfrm>
              <a:off x="2846386" y="4305300"/>
              <a:ext cx="11114" cy="7604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92" name="Shape 392"/>
            <p:cNvSpPr/>
            <p:nvPr/>
          </p:nvSpPr>
          <p:spPr>
            <a:xfrm>
              <a:off x="2795586" y="3873500"/>
              <a:ext cx="11114" cy="11874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93" name="Shape 393"/>
            <p:cNvSpPr/>
            <p:nvPr/>
          </p:nvSpPr>
          <p:spPr>
            <a:xfrm>
              <a:off x="2732086" y="4343400"/>
              <a:ext cx="11114" cy="7207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94" name="Shape 394"/>
            <p:cNvSpPr/>
            <p:nvPr/>
          </p:nvSpPr>
          <p:spPr>
            <a:xfrm>
              <a:off x="2706686" y="3619500"/>
              <a:ext cx="11114" cy="14509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95" name="Shape 395"/>
            <p:cNvSpPr/>
            <p:nvPr/>
          </p:nvSpPr>
          <p:spPr>
            <a:xfrm>
              <a:off x="2668586" y="1600200"/>
              <a:ext cx="11114" cy="34607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96" name="Shape 396"/>
            <p:cNvSpPr/>
            <p:nvPr/>
          </p:nvSpPr>
          <p:spPr>
            <a:xfrm>
              <a:off x="2605086" y="977899"/>
              <a:ext cx="11114" cy="40830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97" name="Shape 397"/>
            <p:cNvSpPr/>
            <p:nvPr/>
          </p:nvSpPr>
          <p:spPr>
            <a:xfrm>
              <a:off x="2528886" y="3441700"/>
              <a:ext cx="11114" cy="16287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98" name="Shape 398"/>
            <p:cNvSpPr/>
            <p:nvPr/>
          </p:nvSpPr>
          <p:spPr>
            <a:xfrm>
              <a:off x="2465386" y="1562100"/>
              <a:ext cx="11114" cy="35083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399" name="Shape 399"/>
            <p:cNvSpPr/>
            <p:nvPr/>
          </p:nvSpPr>
          <p:spPr>
            <a:xfrm>
              <a:off x="2325686" y="3987800"/>
              <a:ext cx="11114" cy="10842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00" name="Shape 400"/>
            <p:cNvSpPr/>
            <p:nvPr/>
          </p:nvSpPr>
          <p:spPr>
            <a:xfrm>
              <a:off x="2312986" y="2705099"/>
              <a:ext cx="11114" cy="23637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01" name="Shape 401"/>
            <p:cNvSpPr/>
            <p:nvPr/>
          </p:nvSpPr>
          <p:spPr>
            <a:xfrm>
              <a:off x="2236786" y="1498599"/>
              <a:ext cx="11114" cy="35718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02" name="Shape 402"/>
            <p:cNvSpPr/>
            <p:nvPr/>
          </p:nvSpPr>
          <p:spPr>
            <a:xfrm>
              <a:off x="2198686" y="1587500"/>
              <a:ext cx="11114" cy="34845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03" name="Shape 403"/>
            <p:cNvSpPr/>
            <p:nvPr/>
          </p:nvSpPr>
          <p:spPr>
            <a:xfrm>
              <a:off x="2147886" y="977900"/>
              <a:ext cx="11114" cy="40878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04" name="Shape 404"/>
            <p:cNvSpPr/>
            <p:nvPr/>
          </p:nvSpPr>
          <p:spPr>
            <a:xfrm>
              <a:off x="2122486" y="1143000"/>
              <a:ext cx="11114" cy="39243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05" name="Shape 405"/>
            <p:cNvSpPr/>
            <p:nvPr/>
          </p:nvSpPr>
          <p:spPr>
            <a:xfrm>
              <a:off x="2020886" y="1612900"/>
              <a:ext cx="11114" cy="34559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06" name="Shape 406"/>
            <p:cNvSpPr/>
            <p:nvPr/>
          </p:nvSpPr>
          <p:spPr>
            <a:xfrm>
              <a:off x="1881186" y="3441700"/>
              <a:ext cx="11114" cy="16240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07" name="Shape 407"/>
            <p:cNvSpPr/>
            <p:nvPr/>
          </p:nvSpPr>
          <p:spPr>
            <a:xfrm>
              <a:off x="1830386" y="2273300"/>
              <a:ext cx="11114" cy="27908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08" name="Shape 408"/>
            <p:cNvSpPr/>
            <p:nvPr/>
          </p:nvSpPr>
          <p:spPr>
            <a:xfrm>
              <a:off x="1830386" y="3973512"/>
              <a:ext cx="11114" cy="10890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09" name="Shape 409"/>
            <p:cNvSpPr/>
            <p:nvPr/>
          </p:nvSpPr>
          <p:spPr>
            <a:xfrm>
              <a:off x="1741486" y="2552699"/>
              <a:ext cx="11114" cy="25130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10" name="Shape 410"/>
            <p:cNvSpPr/>
            <p:nvPr/>
          </p:nvSpPr>
          <p:spPr>
            <a:xfrm>
              <a:off x="1690686" y="4711700"/>
              <a:ext cx="11114" cy="3492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11" name="Shape 411"/>
            <p:cNvSpPr/>
            <p:nvPr/>
          </p:nvSpPr>
          <p:spPr>
            <a:xfrm>
              <a:off x="1639886" y="4102100"/>
              <a:ext cx="11114" cy="96043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12" name="Shape 412"/>
            <p:cNvSpPr/>
            <p:nvPr/>
          </p:nvSpPr>
          <p:spPr>
            <a:xfrm>
              <a:off x="1639886" y="2285999"/>
              <a:ext cx="11114" cy="278606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13" name="Shape 413"/>
            <p:cNvSpPr/>
            <p:nvPr/>
          </p:nvSpPr>
          <p:spPr>
            <a:xfrm>
              <a:off x="1576386" y="3619500"/>
              <a:ext cx="11114" cy="14414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14" name="Shape 414"/>
            <p:cNvSpPr/>
            <p:nvPr/>
          </p:nvSpPr>
          <p:spPr>
            <a:xfrm>
              <a:off x="1525586" y="2120900"/>
              <a:ext cx="11114" cy="29448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15" name="Shape 415"/>
            <p:cNvSpPr/>
            <p:nvPr/>
          </p:nvSpPr>
          <p:spPr>
            <a:xfrm>
              <a:off x="1449386" y="4165600"/>
              <a:ext cx="11114" cy="9017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16" name="Shape 416"/>
            <p:cNvSpPr/>
            <p:nvPr/>
          </p:nvSpPr>
          <p:spPr>
            <a:xfrm>
              <a:off x="1398586" y="2501899"/>
              <a:ext cx="11114" cy="25606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17" name="Shape 417"/>
            <p:cNvSpPr/>
            <p:nvPr/>
          </p:nvSpPr>
          <p:spPr>
            <a:xfrm>
              <a:off x="1360486" y="4622800"/>
              <a:ext cx="11114" cy="43973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18" name="Shape 418"/>
            <p:cNvSpPr/>
            <p:nvPr/>
          </p:nvSpPr>
          <p:spPr>
            <a:xfrm>
              <a:off x="1296986" y="3644900"/>
              <a:ext cx="11114" cy="14271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19" name="Shape 419"/>
            <p:cNvSpPr/>
            <p:nvPr/>
          </p:nvSpPr>
          <p:spPr>
            <a:xfrm>
              <a:off x="1246186" y="2654300"/>
              <a:ext cx="11114" cy="24066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20" name="Shape 420"/>
            <p:cNvSpPr/>
            <p:nvPr/>
          </p:nvSpPr>
          <p:spPr>
            <a:xfrm>
              <a:off x="1233486" y="2336800"/>
              <a:ext cx="11114" cy="27273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21" name="Shape 421"/>
            <p:cNvSpPr/>
            <p:nvPr/>
          </p:nvSpPr>
          <p:spPr>
            <a:xfrm>
              <a:off x="1081086" y="2781300"/>
              <a:ext cx="11114" cy="22907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22" name="Shape 422"/>
            <p:cNvSpPr/>
            <p:nvPr/>
          </p:nvSpPr>
          <p:spPr>
            <a:xfrm>
              <a:off x="979486" y="2578100"/>
              <a:ext cx="11114" cy="24860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23" name="Shape 423"/>
            <p:cNvSpPr/>
            <p:nvPr/>
          </p:nvSpPr>
          <p:spPr>
            <a:xfrm>
              <a:off x="890586" y="1333500"/>
              <a:ext cx="11114" cy="372903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24" name="Shape 424"/>
            <p:cNvSpPr/>
            <p:nvPr/>
          </p:nvSpPr>
          <p:spPr>
            <a:xfrm>
              <a:off x="877886" y="1155699"/>
              <a:ext cx="11114" cy="391160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25" name="Shape 425"/>
            <p:cNvSpPr/>
            <p:nvPr/>
          </p:nvSpPr>
          <p:spPr>
            <a:xfrm>
              <a:off x="827086" y="4787900"/>
              <a:ext cx="11114" cy="2794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26" name="Shape 426"/>
            <p:cNvSpPr/>
            <p:nvPr/>
          </p:nvSpPr>
          <p:spPr>
            <a:xfrm>
              <a:off x="725486" y="1536700"/>
              <a:ext cx="11114" cy="35321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27" name="Shape 427"/>
            <p:cNvSpPr/>
            <p:nvPr/>
          </p:nvSpPr>
          <p:spPr>
            <a:xfrm>
              <a:off x="687386" y="3746500"/>
              <a:ext cx="11114" cy="13223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28" name="Shape 428"/>
            <p:cNvSpPr/>
            <p:nvPr/>
          </p:nvSpPr>
          <p:spPr>
            <a:xfrm>
              <a:off x="623886" y="1981200"/>
              <a:ext cx="11114" cy="30829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29" name="Shape 429"/>
            <p:cNvSpPr/>
            <p:nvPr/>
          </p:nvSpPr>
          <p:spPr>
            <a:xfrm>
              <a:off x="534986" y="2908300"/>
              <a:ext cx="11114" cy="21558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30" name="Shape 430"/>
            <p:cNvSpPr/>
            <p:nvPr/>
          </p:nvSpPr>
          <p:spPr>
            <a:xfrm>
              <a:off x="471486" y="3327400"/>
              <a:ext cx="11114" cy="17351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31" name="Shape 431"/>
            <p:cNvSpPr/>
            <p:nvPr/>
          </p:nvSpPr>
          <p:spPr>
            <a:xfrm>
              <a:off x="433386" y="1117599"/>
              <a:ext cx="11114" cy="39465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32" name="Shape 432"/>
            <p:cNvSpPr/>
            <p:nvPr/>
          </p:nvSpPr>
          <p:spPr>
            <a:xfrm>
              <a:off x="268286" y="2882900"/>
              <a:ext cx="11114" cy="21812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33" name="Shape 433"/>
            <p:cNvSpPr/>
            <p:nvPr/>
          </p:nvSpPr>
          <p:spPr>
            <a:xfrm>
              <a:off x="230186" y="2082799"/>
              <a:ext cx="11114" cy="298926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34" name="Shape 434"/>
            <p:cNvSpPr/>
            <p:nvPr/>
          </p:nvSpPr>
          <p:spPr>
            <a:xfrm>
              <a:off x="166686" y="4965700"/>
              <a:ext cx="11114" cy="1000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35" name="Shape 435"/>
            <p:cNvSpPr/>
            <p:nvPr/>
          </p:nvSpPr>
          <p:spPr>
            <a:xfrm>
              <a:off x="141286" y="1854200"/>
              <a:ext cx="11114" cy="32131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36" name="Shape 436"/>
            <p:cNvSpPr/>
            <p:nvPr/>
          </p:nvSpPr>
          <p:spPr>
            <a:xfrm>
              <a:off x="88899" y="3352800"/>
              <a:ext cx="12701" cy="17192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37" name="Shape 437"/>
            <p:cNvSpPr/>
            <p:nvPr/>
          </p:nvSpPr>
          <p:spPr>
            <a:xfrm>
              <a:off x="-1" y="2463800"/>
              <a:ext cx="12701" cy="25971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438" name="Shape 438"/>
          <p:cNvSpPr txBox="1">
            <a:spLocks noGrp="1"/>
          </p:cNvSpPr>
          <p:nvPr>
            <p:ph type="sldNum" idx="12"/>
          </p:nvPr>
        </p:nvSpPr>
        <p:spPr>
          <a:xfrm>
            <a:off x="17474063" y="12481869"/>
            <a:ext cx="56892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FEFEFE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Shape 468"/>
          <p:cNvGrpSpPr/>
          <p:nvPr/>
        </p:nvGrpSpPr>
        <p:grpSpPr>
          <a:xfrm>
            <a:off x="-2" y="-1"/>
            <a:ext cx="24401475" cy="13717589"/>
            <a:chOff x="-1" y="0"/>
            <a:chExt cx="24390351" cy="13717588"/>
          </a:xfrm>
        </p:grpSpPr>
        <p:sp>
          <p:nvSpPr>
            <p:cNvPr id="469" name="Shape 469"/>
            <p:cNvSpPr/>
            <p:nvPr/>
          </p:nvSpPr>
          <p:spPr>
            <a:xfrm>
              <a:off x="-1" y="6603999"/>
              <a:ext cx="3119439" cy="71072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17272" y="11777"/>
                  </a:moveTo>
                  <a:cubicBezTo>
                    <a:pt x="13290" y="6934"/>
                    <a:pt x="7118" y="2874"/>
                    <a:pt x="0" y="0"/>
                  </a:cubicBezTo>
                  <a:lnTo>
                    <a:pt x="0" y="21600"/>
                  </a:lnTo>
                  <a:lnTo>
                    <a:pt x="21600" y="21600"/>
                  </a:lnTo>
                  <a:cubicBezTo>
                    <a:pt x="21421" y="18465"/>
                    <a:pt x="20019" y="15118"/>
                    <a:pt x="17272" y="1177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70" name="Shape 470"/>
            <p:cNvSpPr/>
            <p:nvPr/>
          </p:nvSpPr>
          <p:spPr>
            <a:xfrm>
              <a:off x="2792543" y="0"/>
              <a:ext cx="10253723" cy="9893454"/>
            </a:xfrm>
            <a:custGeom>
              <a:avLst/>
              <a:gdLst/>
              <a:ahLst/>
              <a:cxnLst/>
              <a:rect l="0" t="0" r="0" b="0"/>
              <a:pathLst>
                <a:path w="20016" h="20272" extrusionOk="0">
                  <a:moveTo>
                    <a:pt x="18077" y="0"/>
                  </a:moveTo>
                  <a:lnTo>
                    <a:pt x="144" y="0"/>
                  </a:lnTo>
                  <a:cubicBezTo>
                    <a:pt x="-188" y="2637"/>
                    <a:pt x="46" y="5632"/>
                    <a:pt x="941" y="8650"/>
                  </a:cubicBezTo>
                  <a:cubicBezTo>
                    <a:pt x="3277" y="16534"/>
                    <a:pt x="9230" y="21600"/>
                    <a:pt x="14238" y="19966"/>
                  </a:cubicBezTo>
                  <a:cubicBezTo>
                    <a:pt x="19246" y="18331"/>
                    <a:pt x="21412" y="10616"/>
                    <a:pt x="19076" y="2732"/>
                  </a:cubicBezTo>
                  <a:cubicBezTo>
                    <a:pt x="18793" y="1778"/>
                    <a:pt x="18458" y="865"/>
                    <a:pt x="18077" y="0"/>
                  </a:cubicBezTo>
                  <a:close/>
                </a:path>
              </a:pathLst>
            </a:custGeom>
            <a:solidFill>
              <a:srgbClr val="0F4BE9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71" name="Shape 471"/>
            <p:cNvSpPr/>
            <p:nvPr/>
          </p:nvSpPr>
          <p:spPr>
            <a:xfrm>
              <a:off x="11900334" y="0"/>
              <a:ext cx="12490016" cy="8253395"/>
            </a:xfrm>
            <a:custGeom>
              <a:avLst/>
              <a:gdLst/>
              <a:ahLst/>
              <a:cxnLst/>
              <a:rect l="0" t="0" r="0" b="0"/>
              <a:pathLst>
                <a:path w="20581" h="20645" extrusionOk="0">
                  <a:moveTo>
                    <a:pt x="20581" y="3046"/>
                  </a:moveTo>
                  <a:cubicBezTo>
                    <a:pt x="20043" y="1986"/>
                    <a:pt x="19411" y="962"/>
                    <a:pt x="18694" y="0"/>
                  </a:cubicBezTo>
                  <a:lnTo>
                    <a:pt x="293" y="0"/>
                  </a:lnTo>
                  <a:cubicBezTo>
                    <a:pt x="-1019" y="5928"/>
                    <a:pt x="2175" y="13745"/>
                    <a:pt x="7792" y="17966"/>
                  </a:cubicBezTo>
                  <a:cubicBezTo>
                    <a:pt x="12627" y="21600"/>
                    <a:pt x="17769" y="21452"/>
                    <a:pt x="20581" y="18037"/>
                  </a:cubicBezTo>
                  <a:cubicBezTo>
                    <a:pt x="20581" y="18037"/>
                    <a:pt x="20581" y="3046"/>
                    <a:pt x="20581" y="304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72" name="Shape 472"/>
            <p:cNvSpPr/>
            <p:nvPr/>
          </p:nvSpPr>
          <p:spPr>
            <a:xfrm>
              <a:off x="1409508" y="7238890"/>
              <a:ext cx="14502183" cy="6473935"/>
            </a:xfrm>
            <a:custGeom>
              <a:avLst/>
              <a:gdLst/>
              <a:ahLst/>
              <a:cxnLst/>
              <a:rect l="0" t="0" r="0" b="0"/>
              <a:pathLst>
                <a:path w="20932" h="20113" extrusionOk="0">
                  <a:moveTo>
                    <a:pt x="20731" y="20113"/>
                  </a:moveTo>
                  <a:cubicBezTo>
                    <a:pt x="20795" y="19655"/>
                    <a:pt x="20844" y="19186"/>
                    <a:pt x="20878" y="18706"/>
                  </a:cubicBezTo>
                  <a:cubicBezTo>
                    <a:pt x="21456" y="10453"/>
                    <a:pt x="17263" y="2248"/>
                    <a:pt x="11513" y="381"/>
                  </a:cubicBezTo>
                  <a:cubicBezTo>
                    <a:pt x="5762" y="-1487"/>
                    <a:pt x="632" y="3689"/>
                    <a:pt x="53" y="11942"/>
                  </a:cubicBezTo>
                  <a:cubicBezTo>
                    <a:pt x="-144" y="14754"/>
                    <a:pt x="213" y="17561"/>
                    <a:pt x="997" y="20113"/>
                  </a:cubicBezTo>
                  <a:cubicBezTo>
                    <a:pt x="997" y="20113"/>
                    <a:pt x="20731" y="20113"/>
                    <a:pt x="20731" y="20113"/>
                  </a:cubicBezTo>
                  <a:close/>
                </a:path>
              </a:pathLst>
            </a:custGeom>
            <a:solidFill>
              <a:srgbClr val="0F4BE9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73" name="Shape 473"/>
            <p:cNvSpPr/>
            <p:nvPr/>
          </p:nvSpPr>
          <p:spPr>
            <a:xfrm>
              <a:off x="-1" y="0"/>
              <a:ext cx="6870699" cy="8999839"/>
            </a:xfrm>
            <a:custGeom>
              <a:avLst/>
              <a:gdLst/>
              <a:ahLst/>
              <a:cxnLst/>
              <a:rect l="0" t="0" r="0" b="0"/>
              <a:pathLst>
                <a:path w="19991" h="20721" extrusionOk="0">
                  <a:moveTo>
                    <a:pt x="9083" y="0"/>
                  </a:moveTo>
                  <a:lnTo>
                    <a:pt x="0" y="0"/>
                  </a:lnTo>
                  <a:lnTo>
                    <a:pt x="0" y="20426"/>
                  </a:lnTo>
                  <a:cubicBezTo>
                    <a:pt x="9137" y="21600"/>
                    <a:pt x="17306" y="19208"/>
                    <a:pt x="19459" y="14290"/>
                  </a:cubicBezTo>
                  <a:cubicBezTo>
                    <a:pt x="21600" y="9397"/>
                    <a:pt x="17106" y="3554"/>
                    <a:pt x="908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74" name="Shape 474"/>
            <p:cNvSpPr/>
            <p:nvPr/>
          </p:nvSpPr>
          <p:spPr>
            <a:xfrm>
              <a:off x="22313909" y="6375399"/>
              <a:ext cx="2074856" cy="7342189"/>
            </a:xfrm>
            <a:custGeom>
              <a:avLst/>
              <a:gdLst/>
              <a:ahLst/>
              <a:cxnLst/>
              <a:rect l="0" t="0" r="0" b="0"/>
              <a:pathLst>
                <a:path w="21388" h="21600" extrusionOk="0">
                  <a:moveTo>
                    <a:pt x="288" y="15771"/>
                  </a:moveTo>
                  <a:cubicBezTo>
                    <a:pt x="-212" y="17778"/>
                    <a:pt x="-51" y="19734"/>
                    <a:pt x="695" y="21600"/>
                  </a:cubicBezTo>
                  <a:lnTo>
                    <a:pt x="21388" y="21600"/>
                  </a:lnTo>
                  <a:lnTo>
                    <a:pt x="21388" y="0"/>
                  </a:lnTo>
                  <a:cubicBezTo>
                    <a:pt x="9940" y="3712"/>
                    <a:pt x="1891" y="9343"/>
                    <a:pt x="288" y="1577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75" name="Shape 475"/>
            <p:cNvSpPr/>
            <p:nvPr/>
          </p:nvSpPr>
          <p:spPr>
            <a:xfrm>
              <a:off x="12522424" y="0"/>
              <a:ext cx="10521874" cy="13228515"/>
            </a:xfrm>
            <a:custGeom>
              <a:avLst/>
              <a:gdLst/>
              <a:ahLst/>
              <a:cxnLst/>
              <a:rect l="0" t="0" r="0" b="0"/>
              <a:pathLst>
                <a:path w="19252" h="20434" extrusionOk="0">
                  <a:moveTo>
                    <a:pt x="16272" y="0"/>
                  </a:moveTo>
                  <a:lnTo>
                    <a:pt x="7660" y="0"/>
                  </a:lnTo>
                  <a:cubicBezTo>
                    <a:pt x="5112" y="1364"/>
                    <a:pt x="2786" y="3770"/>
                    <a:pt x="1352" y="6827"/>
                  </a:cubicBezTo>
                  <a:cubicBezTo>
                    <a:pt x="-1363" y="12614"/>
                    <a:pt x="141" y="18544"/>
                    <a:pt x="4710" y="20072"/>
                  </a:cubicBezTo>
                  <a:cubicBezTo>
                    <a:pt x="9280" y="21600"/>
                    <a:pt x="15186" y="18148"/>
                    <a:pt x="17901" y="12361"/>
                  </a:cubicBezTo>
                  <a:cubicBezTo>
                    <a:pt x="20237" y="7381"/>
                    <a:pt x="19449" y="2295"/>
                    <a:pt x="16272" y="0"/>
                  </a:cubicBezTo>
                  <a:close/>
                </a:path>
              </a:pathLst>
            </a:custGeom>
            <a:solidFill>
              <a:srgbClr val="0F4BE9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76" name="Shape 476"/>
            <p:cNvSpPr/>
            <p:nvPr/>
          </p:nvSpPr>
          <p:spPr>
            <a:xfrm>
              <a:off x="22339219" y="0"/>
              <a:ext cx="2041607" cy="8972550"/>
            </a:xfrm>
            <a:custGeom>
              <a:avLst/>
              <a:gdLst/>
              <a:ahLst/>
              <a:cxnLst/>
              <a:rect l="0" t="0" r="0" b="0"/>
              <a:pathLst>
                <a:path w="16433" h="21600" extrusionOk="0">
                  <a:moveTo>
                    <a:pt x="11912" y="20783"/>
                  </a:moveTo>
                  <a:cubicBezTo>
                    <a:pt x="13338" y="21103"/>
                    <a:pt x="14850" y="21374"/>
                    <a:pt x="16433" y="21600"/>
                  </a:cubicBezTo>
                  <a:lnTo>
                    <a:pt x="16433" y="0"/>
                  </a:lnTo>
                  <a:lnTo>
                    <a:pt x="15086" y="0"/>
                  </a:lnTo>
                  <a:cubicBezTo>
                    <a:pt x="-3680" y="7704"/>
                    <a:pt x="-5167" y="16953"/>
                    <a:pt x="11912" y="20783"/>
                  </a:cubicBezTo>
                  <a:close/>
                </a:path>
              </a:pathLst>
            </a:custGeom>
            <a:solidFill>
              <a:srgbClr val="0F4BE9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77" name="Shape 477"/>
            <p:cNvSpPr/>
            <p:nvPr/>
          </p:nvSpPr>
          <p:spPr>
            <a:xfrm>
              <a:off x="16916400" y="9042371"/>
              <a:ext cx="7462839" cy="4673628"/>
            </a:xfrm>
            <a:custGeom>
              <a:avLst/>
              <a:gdLst/>
              <a:ahLst/>
              <a:cxnLst/>
              <a:rect l="0" t="0" r="0" b="0"/>
              <a:pathLst>
                <a:path w="21600" h="19904" extrusionOk="0">
                  <a:moveTo>
                    <a:pt x="7060" y="1146"/>
                  </a:moveTo>
                  <a:cubicBezTo>
                    <a:pt x="2690" y="3896"/>
                    <a:pt x="215" y="11108"/>
                    <a:pt x="0" y="19904"/>
                  </a:cubicBezTo>
                  <a:lnTo>
                    <a:pt x="21600" y="19904"/>
                  </a:lnTo>
                  <a:lnTo>
                    <a:pt x="21600" y="7188"/>
                  </a:lnTo>
                  <a:cubicBezTo>
                    <a:pt x="17036" y="907"/>
                    <a:pt x="11576" y="-1696"/>
                    <a:pt x="7060" y="114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478" name="Shape 478"/>
          <p:cNvSpPr txBox="1">
            <a:spLocks noGrp="1"/>
          </p:cNvSpPr>
          <p:nvPr>
            <p:ph type="title"/>
          </p:nvPr>
        </p:nvSpPr>
        <p:spPr>
          <a:xfrm>
            <a:off x="3436916" y="4081781"/>
            <a:ext cx="15632335" cy="491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9" name="Shape 479"/>
          <p:cNvSpPr txBox="1">
            <a:spLocks noGrp="1"/>
          </p:cNvSpPr>
          <p:nvPr>
            <p:ph type="body" idx="1"/>
          </p:nvPr>
        </p:nvSpPr>
        <p:spPr>
          <a:xfrm>
            <a:off x="4855568" y="8999538"/>
            <a:ext cx="6897911" cy="471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480" name="Shape 480"/>
          <p:cNvGrpSpPr/>
          <p:nvPr/>
        </p:nvGrpSpPr>
        <p:grpSpPr>
          <a:xfrm>
            <a:off x="21607213" y="2730723"/>
            <a:ext cx="1396624" cy="1395987"/>
            <a:chOff x="0" y="0"/>
            <a:chExt cx="1395985" cy="1395985"/>
          </a:xfrm>
        </p:grpSpPr>
        <p:sp>
          <p:nvSpPr>
            <p:cNvPr id="481" name="Shape 481"/>
            <p:cNvSpPr/>
            <p:nvPr/>
          </p:nvSpPr>
          <p:spPr>
            <a:xfrm>
              <a:off x="0" y="0"/>
              <a:ext cx="1395985" cy="139598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82" name="Shape 482"/>
            <p:cNvSpPr/>
            <p:nvPr/>
          </p:nvSpPr>
          <p:spPr>
            <a:xfrm>
              <a:off x="251184" y="256109"/>
              <a:ext cx="920704" cy="880390"/>
            </a:xfrm>
            <a:custGeom>
              <a:avLst/>
              <a:gdLst/>
              <a:ahLst/>
              <a:cxnLst/>
              <a:rect l="0" t="0" r="0" b="0"/>
              <a:pathLst>
                <a:path w="21600" h="21458" extrusionOk="0">
                  <a:moveTo>
                    <a:pt x="16952" y="15509"/>
                  </a:moveTo>
                  <a:lnTo>
                    <a:pt x="21600" y="10680"/>
                  </a:lnTo>
                  <a:lnTo>
                    <a:pt x="20270" y="9299"/>
                  </a:lnTo>
                  <a:lnTo>
                    <a:pt x="15965" y="13772"/>
                  </a:lnTo>
                  <a:lnTo>
                    <a:pt x="14953" y="12721"/>
                  </a:lnTo>
                  <a:lnTo>
                    <a:pt x="13624" y="14101"/>
                  </a:lnTo>
                  <a:lnTo>
                    <a:pt x="14978" y="15509"/>
                  </a:lnTo>
                  <a:cubicBezTo>
                    <a:pt x="15523" y="16075"/>
                    <a:pt x="16407" y="16075"/>
                    <a:pt x="16952" y="15509"/>
                  </a:cubicBezTo>
                  <a:moveTo>
                    <a:pt x="19010" y="6901"/>
                  </a:moveTo>
                  <a:lnTo>
                    <a:pt x="20782" y="5059"/>
                  </a:lnTo>
                  <a:lnTo>
                    <a:pt x="19010" y="3217"/>
                  </a:lnTo>
                  <a:lnTo>
                    <a:pt x="18177" y="4082"/>
                  </a:lnTo>
                  <a:lnTo>
                    <a:pt x="13753" y="4082"/>
                  </a:lnTo>
                  <a:lnTo>
                    <a:pt x="12920" y="3217"/>
                  </a:lnTo>
                  <a:lnTo>
                    <a:pt x="11148" y="5059"/>
                  </a:lnTo>
                  <a:lnTo>
                    <a:pt x="12920" y="6901"/>
                  </a:lnTo>
                  <a:lnTo>
                    <a:pt x="13753" y="6036"/>
                  </a:lnTo>
                  <a:lnTo>
                    <a:pt x="15025" y="6036"/>
                  </a:lnTo>
                  <a:lnTo>
                    <a:pt x="15025" y="8650"/>
                  </a:lnTo>
                  <a:cubicBezTo>
                    <a:pt x="15602" y="8295"/>
                    <a:pt x="16328" y="8294"/>
                    <a:pt x="16905" y="8650"/>
                  </a:cubicBezTo>
                  <a:lnTo>
                    <a:pt x="16905" y="6036"/>
                  </a:lnTo>
                  <a:lnTo>
                    <a:pt x="18177" y="6036"/>
                  </a:lnTo>
                  <a:cubicBezTo>
                    <a:pt x="18177" y="6036"/>
                    <a:pt x="19010" y="6901"/>
                    <a:pt x="19010" y="6901"/>
                  </a:cubicBezTo>
                  <a:close/>
                  <a:moveTo>
                    <a:pt x="15965" y="3684"/>
                  </a:moveTo>
                  <a:lnTo>
                    <a:pt x="17738" y="1843"/>
                  </a:lnTo>
                  <a:lnTo>
                    <a:pt x="15965" y="0"/>
                  </a:lnTo>
                  <a:lnTo>
                    <a:pt x="14192" y="1843"/>
                  </a:lnTo>
                  <a:cubicBezTo>
                    <a:pt x="14192" y="1843"/>
                    <a:pt x="15965" y="3684"/>
                    <a:pt x="15965" y="3684"/>
                  </a:cubicBezTo>
                  <a:close/>
                  <a:moveTo>
                    <a:pt x="11660" y="9299"/>
                  </a:moveTo>
                  <a:lnTo>
                    <a:pt x="10331" y="10680"/>
                  </a:lnTo>
                  <a:lnTo>
                    <a:pt x="11660" y="12061"/>
                  </a:lnTo>
                  <a:lnTo>
                    <a:pt x="12989" y="10680"/>
                  </a:lnTo>
                  <a:cubicBezTo>
                    <a:pt x="12989" y="10680"/>
                    <a:pt x="11660" y="9299"/>
                    <a:pt x="11660" y="9299"/>
                  </a:cubicBezTo>
                  <a:close/>
                  <a:moveTo>
                    <a:pt x="8282" y="17567"/>
                  </a:moveTo>
                  <a:cubicBezTo>
                    <a:pt x="8282" y="15877"/>
                    <a:pt x="7291" y="14733"/>
                    <a:pt x="5701" y="14733"/>
                  </a:cubicBezTo>
                  <a:lnTo>
                    <a:pt x="122" y="14733"/>
                  </a:lnTo>
                  <a:lnTo>
                    <a:pt x="122" y="16550"/>
                  </a:lnTo>
                  <a:lnTo>
                    <a:pt x="5676" y="16550"/>
                  </a:lnTo>
                  <a:cubicBezTo>
                    <a:pt x="6324" y="16550"/>
                    <a:pt x="6728" y="16944"/>
                    <a:pt x="6728" y="17567"/>
                  </a:cubicBezTo>
                  <a:cubicBezTo>
                    <a:pt x="6728" y="18202"/>
                    <a:pt x="6324" y="18583"/>
                    <a:pt x="5676" y="18583"/>
                  </a:cubicBezTo>
                  <a:lnTo>
                    <a:pt x="122" y="18583"/>
                  </a:lnTo>
                  <a:lnTo>
                    <a:pt x="122" y="20401"/>
                  </a:lnTo>
                  <a:lnTo>
                    <a:pt x="5701" y="20401"/>
                  </a:lnTo>
                  <a:cubicBezTo>
                    <a:pt x="7291" y="20401"/>
                    <a:pt x="8282" y="19257"/>
                    <a:pt x="8282" y="17567"/>
                  </a:cubicBezTo>
                  <a:moveTo>
                    <a:pt x="8282" y="3811"/>
                  </a:moveTo>
                  <a:cubicBezTo>
                    <a:pt x="8282" y="2032"/>
                    <a:pt x="7242" y="1015"/>
                    <a:pt x="5762" y="1015"/>
                  </a:cubicBezTo>
                  <a:cubicBezTo>
                    <a:pt x="4282" y="1015"/>
                    <a:pt x="3768" y="2006"/>
                    <a:pt x="3389" y="3049"/>
                  </a:cubicBezTo>
                  <a:lnTo>
                    <a:pt x="3009" y="4091"/>
                  </a:lnTo>
                  <a:cubicBezTo>
                    <a:pt x="2801" y="4663"/>
                    <a:pt x="2447" y="4764"/>
                    <a:pt x="2214" y="4764"/>
                  </a:cubicBezTo>
                  <a:cubicBezTo>
                    <a:pt x="1774" y="4764"/>
                    <a:pt x="1443" y="4434"/>
                    <a:pt x="1443" y="3849"/>
                  </a:cubicBezTo>
                  <a:cubicBezTo>
                    <a:pt x="1443" y="3277"/>
                    <a:pt x="1811" y="2896"/>
                    <a:pt x="2385" y="2896"/>
                  </a:cubicBezTo>
                  <a:lnTo>
                    <a:pt x="2606" y="2896"/>
                  </a:lnTo>
                  <a:lnTo>
                    <a:pt x="2606" y="1193"/>
                  </a:lnTo>
                  <a:lnTo>
                    <a:pt x="2422" y="1193"/>
                  </a:lnTo>
                  <a:cubicBezTo>
                    <a:pt x="930" y="1193"/>
                    <a:pt x="0" y="2261"/>
                    <a:pt x="0" y="3849"/>
                  </a:cubicBezTo>
                  <a:cubicBezTo>
                    <a:pt x="0" y="5514"/>
                    <a:pt x="1101" y="6480"/>
                    <a:pt x="2324" y="6480"/>
                  </a:cubicBezTo>
                  <a:cubicBezTo>
                    <a:pt x="3499" y="6480"/>
                    <a:pt x="4196" y="5845"/>
                    <a:pt x="4636" y="4637"/>
                  </a:cubicBezTo>
                  <a:lnTo>
                    <a:pt x="5065" y="3468"/>
                  </a:lnTo>
                  <a:cubicBezTo>
                    <a:pt x="5260" y="2947"/>
                    <a:pt x="5529" y="2743"/>
                    <a:pt x="5933" y="2743"/>
                  </a:cubicBezTo>
                  <a:cubicBezTo>
                    <a:pt x="6496" y="2743"/>
                    <a:pt x="6826" y="3125"/>
                    <a:pt x="6826" y="3811"/>
                  </a:cubicBezTo>
                  <a:cubicBezTo>
                    <a:pt x="6826" y="4497"/>
                    <a:pt x="6520" y="4917"/>
                    <a:pt x="5872" y="4917"/>
                  </a:cubicBezTo>
                  <a:lnTo>
                    <a:pt x="5578" y="4917"/>
                  </a:lnTo>
                  <a:lnTo>
                    <a:pt x="5578" y="6633"/>
                  </a:lnTo>
                  <a:lnTo>
                    <a:pt x="5860" y="6633"/>
                  </a:lnTo>
                  <a:cubicBezTo>
                    <a:pt x="7352" y="6633"/>
                    <a:pt x="8282" y="5438"/>
                    <a:pt x="8282" y="3811"/>
                  </a:cubicBezTo>
                  <a:moveTo>
                    <a:pt x="1676" y="7753"/>
                  </a:moveTo>
                  <a:lnTo>
                    <a:pt x="122" y="7753"/>
                  </a:lnTo>
                  <a:lnTo>
                    <a:pt x="122" y="13129"/>
                  </a:lnTo>
                  <a:lnTo>
                    <a:pt x="1676" y="13129"/>
                  </a:lnTo>
                  <a:lnTo>
                    <a:pt x="1676" y="11350"/>
                  </a:lnTo>
                  <a:lnTo>
                    <a:pt x="8159" y="11350"/>
                  </a:lnTo>
                  <a:lnTo>
                    <a:pt x="8159" y="9533"/>
                  </a:lnTo>
                  <a:lnTo>
                    <a:pt x="1676" y="9533"/>
                  </a:lnTo>
                  <a:cubicBezTo>
                    <a:pt x="1676" y="9533"/>
                    <a:pt x="1676" y="7753"/>
                    <a:pt x="1676" y="7753"/>
                  </a:cubicBezTo>
                  <a:close/>
                  <a:moveTo>
                    <a:pt x="14978" y="9273"/>
                  </a:moveTo>
                  <a:lnTo>
                    <a:pt x="10331" y="14101"/>
                  </a:lnTo>
                  <a:lnTo>
                    <a:pt x="11660" y="15483"/>
                  </a:lnTo>
                  <a:lnTo>
                    <a:pt x="15965" y="11009"/>
                  </a:lnTo>
                  <a:lnTo>
                    <a:pt x="16978" y="12061"/>
                  </a:lnTo>
                  <a:lnTo>
                    <a:pt x="18307" y="10680"/>
                  </a:lnTo>
                  <a:lnTo>
                    <a:pt x="16952" y="9273"/>
                  </a:lnTo>
                  <a:cubicBezTo>
                    <a:pt x="16407" y="8707"/>
                    <a:pt x="15523" y="8707"/>
                    <a:pt x="14978" y="9273"/>
                  </a:cubicBezTo>
                  <a:moveTo>
                    <a:pt x="12294" y="15483"/>
                  </a:moveTo>
                  <a:lnTo>
                    <a:pt x="10964" y="16864"/>
                  </a:lnTo>
                  <a:lnTo>
                    <a:pt x="12319" y="18271"/>
                  </a:lnTo>
                  <a:cubicBezTo>
                    <a:pt x="12864" y="18838"/>
                    <a:pt x="13748" y="18838"/>
                    <a:pt x="14293" y="18271"/>
                  </a:cubicBezTo>
                  <a:lnTo>
                    <a:pt x="15648" y="16863"/>
                  </a:lnTo>
                  <a:lnTo>
                    <a:pt x="14319" y="15483"/>
                  </a:lnTo>
                  <a:lnTo>
                    <a:pt x="13307" y="16534"/>
                  </a:lnTo>
                  <a:cubicBezTo>
                    <a:pt x="13307" y="16534"/>
                    <a:pt x="12294" y="15483"/>
                    <a:pt x="12294" y="15483"/>
                  </a:cubicBezTo>
                  <a:close/>
                  <a:moveTo>
                    <a:pt x="14953" y="18245"/>
                  </a:moveTo>
                  <a:lnTo>
                    <a:pt x="13623" y="19626"/>
                  </a:lnTo>
                  <a:lnTo>
                    <a:pt x="14978" y="21033"/>
                  </a:lnTo>
                  <a:cubicBezTo>
                    <a:pt x="15523" y="21600"/>
                    <a:pt x="16407" y="21600"/>
                    <a:pt x="16952" y="21033"/>
                  </a:cubicBezTo>
                  <a:lnTo>
                    <a:pt x="18307" y="19626"/>
                  </a:lnTo>
                  <a:lnTo>
                    <a:pt x="16978" y="18245"/>
                  </a:lnTo>
                  <a:lnTo>
                    <a:pt x="15965" y="19296"/>
                  </a:lnTo>
                  <a:cubicBezTo>
                    <a:pt x="15965" y="19296"/>
                    <a:pt x="14953" y="18245"/>
                    <a:pt x="14953" y="18245"/>
                  </a:cubicBezTo>
                  <a:close/>
                  <a:moveTo>
                    <a:pt x="20271" y="15483"/>
                  </a:moveTo>
                  <a:lnTo>
                    <a:pt x="21600" y="14101"/>
                  </a:lnTo>
                  <a:lnTo>
                    <a:pt x="20270" y="12720"/>
                  </a:lnTo>
                  <a:lnTo>
                    <a:pt x="18941" y="14101"/>
                  </a:lnTo>
                  <a:cubicBezTo>
                    <a:pt x="18941" y="14101"/>
                    <a:pt x="20271" y="15483"/>
                    <a:pt x="20271" y="15483"/>
                  </a:cubicBezTo>
                  <a:close/>
                  <a:moveTo>
                    <a:pt x="17637" y="18271"/>
                  </a:moveTo>
                  <a:cubicBezTo>
                    <a:pt x="18182" y="18838"/>
                    <a:pt x="19066" y="18838"/>
                    <a:pt x="19612" y="18271"/>
                  </a:cubicBezTo>
                  <a:lnTo>
                    <a:pt x="20966" y="16864"/>
                  </a:lnTo>
                  <a:lnTo>
                    <a:pt x="19636" y="15483"/>
                  </a:lnTo>
                  <a:lnTo>
                    <a:pt x="18624" y="16534"/>
                  </a:lnTo>
                  <a:lnTo>
                    <a:pt x="17611" y="15483"/>
                  </a:lnTo>
                  <a:lnTo>
                    <a:pt x="16282" y="16863"/>
                  </a:lnTo>
                  <a:cubicBezTo>
                    <a:pt x="16282" y="16863"/>
                    <a:pt x="17637" y="18271"/>
                    <a:pt x="17637" y="1827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483" name="Shape 483"/>
          <p:cNvSpPr txBox="1">
            <a:spLocks noGrp="1"/>
          </p:cNvSpPr>
          <p:nvPr>
            <p:ph type="sldNum" idx="12"/>
          </p:nvPr>
        </p:nvSpPr>
        <p:spPr>
          <a:xfrm>
            <a:off x="17474063" y="12481869"/>
            <a:ext cx="56892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">
  <p:cSld name="1_Title Slide">
    <p:bg>
      <p:bgPr>
        <a:solidFill>
          <a:srgbClr val="FEFEFE"/>
        </a:solidFill>
        <a:effectLst/>
      </p:bgPr>
    </p:bg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5" name="Shape 485"/>
          <p:cNvGrpSpPr/>
          <p:nvPr/>
        </p:nvGrpSpPr>
        <p:grpSpPr>
          <a:xfrm>
            <a:off x="-3" y="2"/>
            <a:ext cx="24427221" cy="13788992"/>
            <a:chOff x="-2" y="1"/>
            <a:chExt cx="24416088" cy="13788990"/>
          </a:xfrm>
        </p:grpSpPr>
        <p:sp>
          <p:nvSpPr>
            <p:cNvPr id="486" name="Shape 486"/>
            <p:cNvSpPr/>
            <p:nvPr/>
          </p:nvSpPr>
          <p:spPr>
            <a:xfrm>
              <a:off x="-2" y="1"/>
              <a:ext cx="8885319" cy="1101809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8692" y="0"/>
                  </a:moveTo>
                  <a:lnTo>
                    <a:pt x="0" y="3605"/>
                  </a:lnTo>
                  <a:lnTo>
                    <a:pt x="0" y="16802"/>
                  </a:lnTo>
                  <a:lnTo>
                    <a:pt x="7189" y="21600"/>
                  </a:lnTo>
                  <a:lnTo>
                    <a:pt x="21600" y="15622"/>
                  </a:lnTo>
                  <a:lnTo>
                    <a:pt x="17148" y="4519"/>
                  </a:lnTo>
                  <a:lnTo>
                    <a:pt x="10377" y="0"/>
                  </a:lnTo>
                  <a:cubicBezTo>
                    <a:pt x="10377" y="0"/>
                    <a:pt x="8692" y="0"/>
                    <a:pt x="86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87" name="Shape 487"/>
            <p:cNvSpPr/>
            <p:nvPr/>
          </p:nvSpPr>
          <p:spPr>
            <a:xfrm>
              <a:off x="15408341" y="1"/>
              <a:ext cx="9002571" cy="109181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11087" y="0"/>
                  </a:moveTo>
                  <a:lnTo>
                    <a:pt x="0" y="8303"/>
                  </a:lnTo>
                  <a:lnTo>
                    <a:pt x="6845" y="15960"/>
                  </a:lnTo>
                  <a:lnTo>
                    <a:pt x="14828" y="21600"/>
                  </a:lnTo>
                  <a:lnTo>
                    <a:pt x="21600" y="16528"/>
                  </a:lnTo>
                  <a:lnTo>
                    <a:pt x="21600" y="7874"/>
                  </a:lnTo>
                  <a:lnTo>
                    <a:pt x="19389" y="5401"/>
                  </a:lnTo>
                  <a:lnTo>
                    <a:pt x="11745" y="0"/>
                  </a:lnTo>
                  <a:cubicBezTo>
                    <a:pt x="11745" y="0"/>
                    <a:pt x="11087" y="0"/>
                    <a:pt x="110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88" name="Shape 488"/>
            <p:cNvSpPr/>
            <p:nvPr/>
          </p:nvSpPr>
          <p:spPr>
            <a:xfrm>
              <a:off x="-2" y="8395396"/>
              <a:ext cx="8281814" cy="53884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15183"/>
                  </a:moveTo>
                  <a:lnTo>
                    <a:pt x="0" y="21600"/>
                  </a:lnTo>
                  <a:lnTo>
                    <a:pt x="19971" y="21600"/>
                  </a:lnTo>
                  <a:lnTo>
                    <a:pt x="21600" y="9328"/>
                  </a:lnTo>
                  <a:lnTo>
                    <a:pt x="5018" y="0"/>
                  </a:lnTo>
                  <a:cubicBezTo>
                    <a:pt x="5018" y="0"/>
                    <a:pt x="0" y="15183"/>
                    <a:pt x="0" y="1518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89" name="Shape 489"/>
            <p:cNvSpPr/>
            <p:nvPr/>
          </p:nvSpPr>
          <p:spPr>
            <a:xfrm>
              <a:off x="22871109" y="3308531"/>
              <a:ext cx="1544974" cy="385306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5984"/>
                  </a:move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5984"/>
                    <a:pt x="0" y="59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90" name="Shape 490"/>
            <p:cNvSpPr/>
            <p:nvPr/>
          </p:nvSpPr>
          <p:spPr>
            <a:xfrm>
              <a:off x="6593721" y="206784"/>
              <a:ext cx="11176911" cy="10397747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5240" y="18416"/>
                  </a:moveTo>
                  <a:lnTo>
                    <a:pt x="16767" y="21600"/>
                  </a:lnTo>
                  <a:lnTo>
                    <a:pt x="21600" y="8376"/>
                  </a:lnTo>
                  <a:lnTo>
                    <a:pt x="16360" y="3184"/>
                  </a:lnTo>
                  <a:lnTo>
                    <a:pt x="4833" y="0"/>
                  </a:lnTo>
                  <a:lnTo>
                    <a:pt x="0" y="13224"/>
                  </a:lnTo>
                  <a:cubicBezTo>
                    <a:pt x="0" y="13224"/>
                    <a:pt x="5240" y="18416"/>
                    <a:pt x="5240" y="184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91" name="Shape 491"/>
            <p:cNvSpPr/>
            <p:nvPr/>
          </p:nvSpPr>
          <p:spPr>
            <a:xfrm>
              <a:off x="17684419" y="1"/>
              <a:ext cx="6731667" cy="238489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67" y="477"/>
                  </a:lnTo>
                  <a:lnTo>
                    <a:pt x="8072" y="21600"/>
                  </a:lnTo>
                  <a:lnTo>
                    <a:pt x="21600" y="2139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92" name="Shape 492"/>
            <p:cNvSpPr/>
            <p:nvPr/>
          </p:nvSpPr>
          <p:spPr>
            <a:xfrm>
              <a:off x="8400787" y="1"/>
              <a:ext cx="8145594" cy="165254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374" y="21600"/>
                  </a:lnTo>
                  <a:lnTo>
                    <a:pt x="21600" y="12817"/>
                  </a:lnTo>
                  <a:lnTo>
                    <a:pt x="21490" y="0"/>
                  </a:lnTo>
                  <a:cubicBezTo>
                    <a:pt x="2149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93" name="Shape 493"/>
            <p:cNvSpPr/>
            <p:nvPr/>
          </p:nvSpPr>
          <p:spPr>
            <a:xfrm>
              <a:off x="-2" y="1"/>
              <a:ext cx="7564505" cy="3274067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0" y="7734"/>
                  </a:lnTo>
                  <a:lnTo>
                    <a:pt x="12342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94" name="Shape 494"/>
            <p:cNvSpPr/>
            <p:nvPr/>
          </p:nvSpPr>
          <p:spPr>
            <a:xfrm>
              <a:off x="5876411" y="8243755"/>
              <a:ext cx="11978712" cy="553489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5652" y="6736"/>
                  </a:moveTo>
                  <a:lnTo>
                    <a:pt x="0" y="17946"/>
                  </a:lnTo>
                  <a:lnTo>
                    <a:pt x="684" y="21600"/>
                  </a:lnTo>
                  <a:lnTo>
                    <a:pt x="21600" y="21600"/>
                  </a:lnTo>
                  <a:lnTo>
                    <a:pt x="17560" y="0"/>
                  </a:lnTo>
                  <a:cubicBezTo>
                    <a:pt x="17560" y="0"/>
                    <a:pt x="5652" y="6736"/>
                    <a:pt x="5652" y="67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95" name="Shape 495"/>
            <p:cNvSpPr/>
            <p:nvPr/>
          </p:nvSpPr>
          <p:spPr>
            <a:xfrm>
              <a:off x="24360906" y="13689045"/>
              <a:ext cx="55179" cy="9822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96" name="Shape 496"/>
            <p:cNvSpPr/>
            <p:nvPr/>
          </p:nvSpPr>
          <p:spPr>
            <a:xfrm>
              <a:off x="14718620" y="8326469"/>
              <a:ext cx="9695741" cy="5462522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6200" y="6653"/>
                  </a:moveTo>
                  <a:lnTo>
                    <a:pt x="0" y="16948"/>
                  </a:lnTo>
                  <a:lnTo>
                    <a:pt x="939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6200" y="6653"/>
                    <a:pt x="6200" y="665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497" name="Shape 497"/>
          <p:cNvSpPr txBox="1">
            <a:spLocks noGrp="1"/>
          </p:cNvSpPr>
          <p:nvPr>
            <p:ph type="title"/>
          </p:nvPr>
        </p:nvSpPr>
        <p:spPr>
          <a:xfrm>
            <a:off x="2733363" y="4081782"/>
            <a:ext cx="15632335" cy="7005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8" name="Shape 498"/>
          <p:cNvSpPr txBox="1">
            <a:spLocks noGrp="1"/>
          </p:cNvSpPr>
          <p:nvPr>
            <p:ph type="body" idx="1"/>
          </p:nvPr>
        </p:nvSpPr>
        <p:spPr>
          <a:xfrm>
            <a:off x="2030416" y="11087503"/>
            <a:ext cx="6897910" cy="2628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499" name="Shape 499"/>
          <p:cNvGrpSpPr/>
          <p:nvPr/>
        </p:nvGrpSpPr>
        <p:grpSpPr>
          <a:xfrm>
            <a:off x="21607213" y="1442705"/>
            <a:ext cx="1396624" cy="1395987"/>
            <a:chOff x="0" y="0"/>
            <a:chExt cx="1395985" cy="1395985"/>
          </a:xfrm>
        </p:grpSpPr>
        <p:sp>
          <p:nvSpPr>
            <p:cNvPr id="500" name="Shape 500"/>
            <p:cNvSpPr/>
            <p:nvPr/>
          </p:nvSpPr>
          <p:spPr>
            <a:xfrm>
              <a:off x="0" y="0"/>
              <a:ext cx="1395985" cy="139598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01" name="Shape 501"/>
            <p:cNvSpPr/>
            <p:nvPr/>
          </p:nvSpPr>
          <p:spPr>
            <a:xfrm>
              <a:off x="251184" y="256109"/>
              <a:ext cx="920704" cy="880390"/>
            </a:xfrm>
            <a:custGeom>
              <a:avLst/>
              <a:gdLst/>
              <a:ahLst/>
              <a:cxnLst/>
              <a:rect l="0" t="0" r="0" b="0"/>
              <a:pathLst>
                <a:path w="21600" h="21458" extrusionOk="0">
                  <a:moveTo>
                    <a:pt x="16952" y="15509"/>
                  </a:moveTo>
                  <a:lnTo>
                    <a:pt x="21600" y="10680"/>
                  </a:lnTo>
                  <a:lnTo>
                    <a:pt x="20270" y="9299"/>
                  </a:lnTo>
                  <a:lnTo>
                    <a:pt x="15965" y="13772"/>
                  </a:lnTo>
                  <a:lnTo>
                    <a:pt x="14953" y="12721"/>
                  </a:lnTo>
                  <a:lnTo>
                    <a:pt x="13624" y="14101"/>
                  </a:lnTo>
                  <a:lnTo>
                    <a:pt x="14978" y="15509"/>
                  </a:lnTo>
                  <a:cubicBezTo>
                    <a:pt x="15523" y="16075"/>
                    <a:pt x="16407" y="16075"/>
                    <a:pt x="16952" y="15509"/>
                  </a:cubicBezTo>
                  <a:moveTo>
                    <a:pt x="19010" y="6901"/>
                  </a:moveTo>
                  <a:lnTo>
                    <a:pt x="20782" y="5059"/>
                  </a:lnTo>
                  <a:lnTo>
                    <a:pt x="19010" y="3217"/>
                  </a:lnTo>
                  <a:lnTo>
                    <a:pt x="18177" y="4082"/>
                  </a:lnTo>
                  <a:lnTo>
                    <a:pt x="13753" y="4082"/>
                  </a:lnTo>
                  <a:lnTo>
                    <a:pt x="12920" y="3217"/>
                  </a:lnTo>
                  <a:lnTo>
                    <a:pt x="11148" y="5059"/>
                  </a:lnTo>
                  <a:lnTo>
                    <a:pt x="12920" y="6901"/>
                  </a:lnTo>
                  <a:lnTo>
                    <a:pt x="13753" y="6036"/>
                  </a:lnTo>
                  <a:lnTo>
                    <a:pt x="15025" y="6036"/>
                  </a:lnTo>
                  <a:lnTo>
                    <a:pt x="15025" y="8650"/>
                  </a:lnTo>
                  <a:cubicBezTo>
                    <a:pt x="15602" y="8295"/>
                    <a:pt x="16328" y="8294"/>
                    <a:pt x="16905" y="8650"/>
                  </a:cubicBezTo>
                  <a:lnTo>
                    <a:pt x="16905" y="6036"/>
                  </a:lnTo>
                  <a:lnTo>
                    <a:pt x="18177" y="6036"/>
                  </a:lnTo>
                  <a:cubicBezTo>
                    <a:pt x="18177" y="6036"/>
                    <a:pt x="19010" y="6901"/>
                    <a:pt x="19010" y="6901"/>
                  </a:cubicBezTo>
                  <a:close/>
                  <a:moveTo>
                    <a:pt x="15965" y="3684"/>
                  </a:moveTo>
                  <a:lnTo>
                    <a:pt x="17738" y="1843"/>
                  </a:lnTo>
                  <a:lnTo>
                    <a:pt x="15965" y="0"/>
                  </a:lnTo>
                  <a:lnTo>
                    <a:pt x="14192" y="1843"/>
                  </a:lnTo>
                  <a:cubicBezTo>
                    <a:pt x="14192" y="1843"/>
                    <a:pt x="15965" y="3684"/>
                    <a:pt x="15965" y="3684"/>
                  </a:cubicBezTo>
                  <a:close/>
                  <a:moveTo>
                    <a:pt x="11660" y="9299"/>
                  </a:moveTo>
                  <a:lnTo>
                    <a:pt x="10331" y="10680"/>
                  </a:lnTo>
                  <a:lnTo>
                    <a:pt x="11660" y="12061"/>
                  </a:lnTo>
                  <a:lnTo>
                    <a:pt x="12989" y="10680"/>
                  </a:lnTo>
                  <a:cubicBezTo>
                    <a:pt x="12989" y="10680"/>
                    <a:pt x="11660" y="9299"/>
                    <a:pt x="11660" y="9299"/>
                  </a:cubicBezTo>
                  <a:close/>
                  <a:moveTo>
                    <a:pt x="8282" y="17567"/>
                  </a:moveTo>
                  <a:cubicBezTo>
                    <a:pt x="8282" y="15877"/>
                    <a:pt x="7291" y="14733"/>
                    <a:pt x="5701" y="14733"/>
                  </a:cubicBezTo>
                  <a:lnTo>
                    <a:pt x="122" y="14733"/>
                  </a:lnTo>
                  <a:lnTo>
                    <a:pt x="122" y="16550"/>
                  </a:lnTo>
                  <a:lnTo>
                    <a:pt x="5676" y="16550"/>
                  </a:lnTo>
                  <a:cubicBezTo>
                    <a:pt x="6324" y="16550"/>
                    <a:pt x="6728" y="16944"/>
                    <a:pt x="6728" y="17567"/>
                  </a:cubicBezTo>
                  <a:cubicBezTo>
                    <a:pt x="6728" y="18202"/>
                    <a:pt x="6324" y="18583"/>
                    <a:pt x="5676" y="18583"/>
                  </a:cubicBezTo>
                  <a:lnTo>
                    <a:pt x="122" y="18583"/>
                  </a:lnTo>
                  <a:lnTo>
                    <a:pt x="122" y="20401"/>
                  </a:lnTo>
                  <a:lnTo>
                    <a:pt x="5701" y="20401"/>
                  </a:lnTo>
                  <a:cubicBezTo>
                    <a:pt x="7291" y="20401"/>
                    <a:pt x="8282" y="19257"/>
                    <a:pt x="8282" y="17567"/>
                  </a:cubicBezTo>
                  <a:moveTo>
                    <a:pt x="8282" y="3811"/>
                  </a:moveTo>
                  <a:cubicBezTo>
                    <a:pt x="8282" y="2032"/>
                    <a:pt x="7242" y="1015"/>
                    <a:pt x="5762" y="1015"/>
                  </a:cubicBezTo>
                  <a:cubicBezTo>
                    <a:pt x="4282" y="1015"/>
                    <a:pt x="3768" y="2006"/>
                    <a:pt x="3389" y="3049"/>
                  </a:cubicBezTo>
                  <a:lnTo>
                    <a:pt x="3009" y="4091"/>
                  </a:lnTo>
                  <a:cubicBezTo>
                    <a:pt x="2801" y="4663"/>
                    <a:pt x="2447" y="4764"/>
                    <a:pt x="2214" y="4764"/>
                  </a:cubicBezTo>
                  <a:cubicBezTo>
                    <a:pt x="1774" y="4764"/>
                    <a:pt x="1443" y="4434"/>
                    <a:pt x="1443" y="3849"/>
                  </a:cubicBezTo>
                  <a:cubicBezTo>
                    <a:pt x="1443" y="3277"/>
                    <a:pt x="1811" y="2896"/>
                    <a:pt x="2385" y="2896"/>
                  </a:cubicBezTo>
                  <a:lnTo>
                    <a:pt x="2606" y="2896"/>
                  </a:lnTo>
                  <a:lnTo>
                    <a:pt x="2606" y="1193"/>
                  </a:lnTo>
                  <a:lnTo>
                    <a:pt x="2422" y="1193"/>
                  </a:lnTo>
                  <a:cubicBezTo>
                    <a:pt x="930" y="1193"/>
                    <a:pt x="0" y="2261"/>
                    <a:pt x="0" y="3849"/>
                  </a:cubicBezTo>
                  <a:cubicBezTo>
                    <a:pt x="0" y="5514"/>
                    <a:pt x="1101" y="6480"/>
                    <a:pt x="2324" y="6480"/>
                  </a:cubicBezTo>
                  <a:cubicBezTo>
                    <a:pt x="3499" y="6480"/>
                    <a:pt x="4196" y="5845"/>
                    <a:pt x="4636" y="4637"/>
                  </a:cubicBezTo>
                  <a:lnTo>
                    <a:pt x="5065" y="3468"/>
                  </a:lnTo>
                  <a:cubicBezTo>
                    <a:pt x="5260" y="2947"/>
                    <a:pt x="5529" y="2743"/>
                    <a:pt x="5933" y="2743"/>
                  </a:cubicBezTo>
                  <a:cubicBezTo>
                    <a:pt x="6496" y="2743"/>
                    <a:pt x="6826" y="3125"/>
                    <a:pt x="6826" y="3811"/>
                  </a:cubicBezTo>
                  <a:cubicBezTo>
                    <a:pt x="6826" y="4497"/>
                    <a:pt x="6520" y="4917"/>
                    <a:pt x="5872" y="4917"/>
                  </a:cubicBezTo>
                  <a:lnTo>
                    <a:pt x="5578" y="4917"/>
                  </a:lnTo>
                  <a:lnTo>
                    <a:pt x="5578" y="6633"/>
                  </a:lnTo>
                  <a:lnTo>
                    <a:pt x="5860" y="6633"/>
                  </a:lnTo>
                  <a:cubicBezTo>
                    <a:pt x="7352" y="6633"/>
                    <a:pt x="8282" y="5438"/>
                    <a:pt x="8282" y="3811"/>
                  </a:cubicBezTo>
                  <a:moveTo>
                    <a:pt x="1676" y="7753"/>
                  </a:moveTo>
                  <a:lnTo>
                    <a:pt x="122" y="7753"/>
                  </a:lnTo>
                  <a:lnTo>
                    <a:pt x="122" y="13129"/>
                  </a:lnTo>
                  <a:lnTo>
                    <a:pt x="1676" y="13129"/>
                  </a:lnTo>
                  <a:lnTo>
                    <a:pt x="1676" y="11350"/>
                  </a:lnTo>
                  <a:lnTo>
                    <a:pt x="8159" y="11350"/>
                  </a:lnTo>
                  <a:lnTo>
                    <a:pt x="8159" y="9533"/>
                  </a:lnTo>
                  <a:lnTo>
                    <a:pt x="1676" y="9533"/>
                  </a:lnTo>
                  <a:cubicBezTo>
                    <a:pt x="1676" y="9533"/>
                    <a:pt x="1676" y="7753"/>
                    <a:pt x="1676" y="7753"/>
                  </a:cubicBezTo>
                  <a:close/>
                  <a:moveTo>
                    <a:pt x="14978" y="9273"/>
                  </a:moveTo>
                  <a:lnTo>
                    <a:pt x="10331" y="14101"/>
                  </a:lnTo>
                  <a:lnTo>
                    <a:pt x="11660" y="15483"/>
                  </a:lnTo>
                  <a:lnTo>
                    <a:pt x="15965" y="11009"/>
                  </a:lnTo>
                  <a:lnTo>
                    <a:pt x="16978" y="12061"/>
                  </a:lnTo>
                  <a:lnTo>
                    <a:pt x="18307" y="10680"/>
                  </a:lnTo>
                  <a:lnTo>
                    <a:pt x="16952" y="9273"/>
                  </a:lnTo>
                  <a:cubicBezTo>
                    <a:pt x="16407" y="8707"/>
                    <a:pt x="15523" y="8707"/>
                    <a:pt x="14978" y="9273"/>
                  </a:cubicBezTo>
                  <a:moveTo>
                    <a:pt x="12294" y="15483"/>
                  </a:moveTo>
                  <a:lnTo>
                    <a:pt x="10964" y="16864"/>
                  </a:lnTo>
                  <a:lnTo>
                    <a:pt x="12319" y="18271"/>
                  </a:lnTo>
                  <a:cubicBezTo>
                    <a:pt x="12864" y="18838"/>
                    <a:pt x="13748" y="18838"/>
                    <a:pt x="14293" y="18271"/>
                  </a:cubicBezTo>
                  <a:lnTo>
                    <a:pt x="15648" y="16863"/>
                  </a:lnTo>
                  <a:lnTo>
                    <a:pt x="14319" y="15483"/>
                  </a:lnTo>
                  <a:lnTo>
                    <a:pt x="13307" y="16534"/>
                  </a:lnTo>
                  <a:cubicBezTo>
                    <a:pt x="13307" y="16534"/>
                    <a:pt x="12294" y="15483"/>
                    <a:pt x="12294" y="15483"/>
                  </a:cubicBezTo>
                  <a:close/>
                  <a:moveTo>
                    <a:pt x="14953" y="18245"/>
                  </a:moveTo>
                  <a:lnTo>
                    <a:pt x="13623" y="19626"/>
                  </a:lnTo>
                  <a:lnTo>
                    <a:pt x="14978" y="21033"/>
                  </a:lnTo>
                  <a:cubicBezTo>
                    <a:pt x="15523" y="21600"/>
                    <a:pt x="16407" y="21600"/>
                    <a:pt x="16952" y="21033"/>
                  </a:cubicBezTo>
                  <a:lnTo>
                    <a:pt x="18307" y="19626"/>
                  </a:lnTo>
                  <a:lnTo>
                    <a:pt x="16978" y="18245"/>
                  </a:lnTo>
                  <a:lnTo>
                    <a:pt x="15965" y="19296"/>
                  </a:lnTo>
                  <a:cubicBezTo>
                    <a:pt x="15965" y="19296"/>
                    <a:pt x="14953" y="18245"/>
                    <a:pt x="14953" y="18245"/>
                  </a:cubicBezTo>
                  <a:close/>
                  <a:moveTo>
                    <a:pt x="20271" y="15483"/>
                  </a:moveTo>
                  <a:lnTo>
                    <a:pt x="21600" y="14101"/>
                  </a:lnTo>
                  <a:lnTo>
                    <a:pt x="20270" y="12720"/>
                  </a:lnTo>
                  <a:lnTo>
                    <a:pt x="18941" y="14101"/>
                  </a:lnTo>
                  <a:cubicBezTo>
                    <a:pt x="18941" y="14101"/>
                    <a:pt x="20271" y="15483"/>
                    <a:pt x="20271" y="15483"/>
                  </a:cubicBezTo>
                  <a:close/>
                  <a:moveTo>
                    <a:pt x="17637" y="18271"/>
                  </a:moveTo>
                  <a:cubicBezTo>
                    <a:pt x="18182" y="18838"/>
                    <a:pt x="19066" y="18838"/>
                    <a:pt x="19612" y="18271"/>
                  </a:cubicBezTo>
                  <a:lnTo>
                    <a:pt x="20966" y="16864"/>
                  </a:lnTo>
                  <a:lnTo>
                    <a:pt x="19636" y="15483"/>
                  </a:lnTo>
                  <a:lnTo>
                    <a:pt x="18624" y="16534"/>
                  </a:lnTo>
                  <a:lnTo>
                    <a:pt x="17611" y="15483"/>
                  </a:lnTo>
                  <a:lnTo>
                    <a:pt x="16282" y="16863"/>
                  </a:lnTo>
                  <a:cubicBezTo>
                    <a:pt x="16282" y="16863"/>
                    <a:pt x="17637" y="18271"/>
                    <a:pt x="17637" y="1827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502" name="Shape 502"/>
          <p:cNvSpPr txBox="1">
            <a:spLocks noGrp="1"/>
          </p:cNvSpPr>
          <p:nvPr>
            <p:ph type="sldNum" idx="12"/>
          </p:nvPr>
        </p:nvSpPr>
        <p:spPr>
          <a:xfrm>
            <a:off x="17474063" y="12481869"/>
            <a:ext cx="56892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Title Slide">
  <p:cSld name="2_Title Slide">
    <p:bg>
      <p:bgPr>
        <a:solidFill>
          <a:schemeClr val="accent2"/>
        </a:soli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4" name="Shape 504"/>
          <p:cNvGrpSpPr/>
          <p:nvPr/>
        </p:nvGrpSpPr>
        <p:grpSpPr>
          <a:xfrm>
            <a:off x="1791515" y="-2"/>
            <a:ext cx="20578618" cy="13719179"/>
            <a:chOff x="-1" y="-1"/>
            <a:chExt cx="20569239" cy="13719177"/>
          </a:xfrm>
        </p:grpSpPr>
        <p:sp>
          <p:nvSpPr>
            <p:cNvPr id="505" name="Shape 505"/>
            <p:cNvSpPr/>
            <p:nvPr/>
          </p:nvSpPr>
          <p:spPr>
            <a:xfrm>
              <a:off x="20459700" y="11760200"/>
              <a:ext cx="33338" cy="19526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06" name="Shape 506"/>
            <p:cNvSpPr/>
            <p:nvPr/>
          </p:nvSpPr>
          <p:spPr>
            <a:xfrm>
              <a:off x="20535900" y="7861300"/>
              <a:ext cx="33338" cy="10842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07" name="Shape 507"/>
            <p:cNvSpPr/>
            <p:nvPr/>
          </p:nvSpPr>
          <p:spPr>
            <a:xfrm>
              <a:off x="19913600" y="-1"/>
              <a:ext cx="33338" cy="49244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08" name="Shape 508"/>
            <p:cNvSpPr/>
            <p:nvPr/>
          </p:nvSpPr>
          <p:spPr>
            <a:xfrm>
              <a:off x="17246600" y="11823700"/>
              <a:ext cx="33338" cy="18859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09" name="Shape 509"/>
            <p:cNvSpPr/>
            <p:nvPr/>
          </p:nvSpPr>
          <p:spPr>
            <a:xfrm>
              <a:off x="17221200" y="7874000"/>
              <a:ext cx="33338" cy="10842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0" name="Shape 510"/>
            <p:cNvSpPr/>
            <p:nvPr/>
          </p:nvSpPr>
          <p:spPr>
            <a:xfrm>
              <a:off x="17233900" y="-1"/>
              <a:ext cx="33338" cy="492760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1" name="Shape 511"/>
            <p:cNvSpPr/>
            <p:nvPr/>
          </p:nvSpPr>
          <p:spPr>
            <a:xfrm>
              <a:off x="13931900" y="11328400"/>
              <a:ext cx="33338" cy="23891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2" name="Shape 512"/>
            <p:cNvSpPr/>
            <p:nvPr/>
          </p:nvSpPr>
          <p:spPr>
            <a:xfrm>
              <a:off x="13284200" y="7874000"/>
              <a:ext cx="33338" cy="10842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3" name="Shape 513"/>
            <p:cNvSpPr/>
            <p:nvPr/>
          </p:nvSpPr>
          <p:spPr>
            <a:xfrm>
              <a:off x="13906500" y="-1"/>
              <a:ext cx="33338" cy="47148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4" name="Shape 514"/>
            <p:cNvSpPr/>
            <p:nvPr/>
          </p:nvSpPr>
          <p:spPr>
            <a:xfrm>
              <a:off x="10579100" y="11823700"/>
              <a:ext cx="33338" cy="18859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5" name="Shape 515"/>
            <p:cNvSpPr/>
            <p:nvPr/>
          </p:nvSpPr>
          <p:spPr>
            <a:xfrm>
              <a:off x="6794500" y="7874000"/>
              <a:ext cx="33338" cy="10842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6" name="Shape 516"/>
            <p:cNvSpPr/>
            <p:nvPr/>
          </p:nvSpPr>
          <p:spPr>
            <a:xfrm>
              <a:off x="10604500" y="-1"/>
              <a:ext cx="33338" cy="492760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7" name="Shape 517"/>
            <p:cNvSpPr/>
            <p:nvPr/>
          </p:nvSpPr>
          <p:spPr>
            <a:xfrm>
              <a:off x="7289800" y="11645900"/>
              <a:ext cx="33338" cy="20653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8" name="Shape 518"/>
            <p:cNvSpPr/>
            <p:nvPr/>
          </p:nvSpPr>
          <p:spPr>
            <a:xfrm>
              <a:off x="7239000" y="7416800"/>
              <a:ext cx="33338" cy="10842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9" name="Shape 519"/>
            <p:cNvSpPr/>
            <p:nvPr/>
          </p:nvSpPr>
          <p:spPr>
            <a:xfrm>
              <a:off x="723899" y="0"/>
              <a:ext cx="33339" cy="49069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0" name="Shape 520"/>
            <p:cNvSpPr/>
            <p:nvPr/>
          </p:nvSpPr>
          <p:spPr>
            <a:xfrm>
              <a:off x="3047999" y="11734800"/>
              <a:ext cx="33339" cy="19843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1" name="Shape 521"/>
            <p:cNvSpPr/>
            <p:nvPr/>
          </p:nvSpPr>
          <p:spPr>
            <a:xfrm>
              <a:off x="3733799" y="7848600"/>
              <a:ext cx="33339" cy="10842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2" name="Shape 522"/>
            <p:cNvSpPr/>
            <p:nvPr/>
          </p:nvSpPr>
          <p:spPr>
            <a:xfrm>
              <a:off x="3848099" y="-1"/>
              <a:ext cx="33339" cy="492760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3" name="Shape 523"/>
            <p:cNvSpPr/>
            <p:nvPr/>
          </p:nvSpPr>
          <p:spPr>
            <a:xfrm>
              <a:off x="673099" y="11811000"/>
              <a:ext cx="33339" cy="19034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4" name="Shape 524"/>
            <p:cNvSpPr/>
            <p:nvPr/>
          </p:nvSpPr>
          <p:spPr>
            <a:xfrm>
              <a:off x="-1" y="7810500"/>
              <a:ext cx="33339" cy="10842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5" name="Shape 525"/>
            <p:cNvSpPr/>
            <p:nvPr/>
          </p:nvSpPr>
          <p:spPr>
            <a:xfrm>
              <a:off x="647699" y="0"/>
              <a:ext cx="33339" cy="48339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526" name="Shape 526"/>
          <p:cNvSpPr txBox="1">
            <a:spLocks noGrp="1"/>
          </p:cNvSpPr>
          <p:nvPr>
            <p:ph type="title"/>
          </p:nvPr>
        </p:nvSpPr>
        <p:spPr>
          <a:xfrm>
            <a:off x="4119040" y="4780151"/>
            <a:ext cx="15632335" cy="820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7" name="Shape 527"/>
          <p:cNvSpPr txBox="1">
            <a:spLocks noGrp="1"/>
          </p:cNvSpPr>
          <p:nvPr>
            <p:ph type="body" idx="1"/>
          </p:nvPr>
        </p:nvSpPr>
        <p:spPr>
          <a:xfrm>
            <a:off x="7637547" y="3408979"/>
            <a:ext cx="4362699" cy="1371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528" name="Shape 528"/>
          <p:cNvGrpSpPr/>
          <p:nvPr/>
        </p:nvGrpSpPr>
        <p:grpSpPr>
          <a:xfrm>
            <a:off x="2086634" y="10441163"/>
            <a:ext cx="1396624" cy="1395987"/>
            <a:chOff x="0" y="0"/>
            <a:chExt cx="1395985" cy="1395985"/>
          </a:xfrm>
        </p:grpSpPr>
        <p:sp>
          <p:nvSpPr>
            <p:cNvPr id="529" name="Shape 529"/>
            <p:cNvSpPr/>
            <p:nvPr/>
          </p:nvSpPr>
          <p:spPr>
            <a:xfrm>
              <a:off x="0" y="0"/>
              <a:ext cx="1395985" cy="139598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30" name="Shape 530"/>
            <p:cNvSpPr/>
            <p:nvPr/>
          </p:nvSpPr>
          <p:spPr>
            <a:xfrm>
              <a:off x="251184" y="256109"/>
              <a:ext cx="920704" cy="880390"/>
            </a:xfrm>
            <a:custGeom>
              <a:avLst/>
              <a:gdLst/>
              <a:ahLst/>
              <a:cxnLst/>
              <a:rect l="0" t="0" r="0" b="0"/>
              <a:pathLst>
                <a:path w="21600" h="21458" extrusionOk="0">
                  <a:moveTo>
                    <a:pt x="16952" y="15509"/>
                  </a:moveTo>
                  <a:lnTo>
                    <a:pt x="21600" y="10680"/>
                  </a:lnTo>
                  <a:lnTo>
                    <a:pt x="20270" y="9299"/>
                  </a:lnTo>
                  <a:lnTo>
                    <a:pt x="15965" y="13772"/>
                  </a:lnTo>
                  <a:lnTo>
                    <a:pt x="14953" y="12721"/>
                  </a:lnTo>
                  <a:lnTo>
                    <a:pt x="13624" y="14101"/>
                  </a:lnTo>
                  <a:lnTo>
                    <a:pt x="14978" y="15509"/>
                  </a:lnTo>
                  <a:cubicBezTo>
                    <a:pt x="15523" y="16075"/>
                    <a:pt x="16407" y="16075"/>
                    <a:pt x="16952" y="15509"/>
                  </a:cubicBezTo>
                  <a:moveTo>
                    <a:pt x="19010" y="6901"/>
                  </a:moveTo>
                  <a:lnTo>
                    <a:pt x="20782" y="5059"/>
                  </a:lnTo>
                  <a:lnTo>
                    <a:pt x="19010" y="3217"/>
                  </a:lnTo>
                  <a:lnTo>
                    <a:pt x="18177" y="4082"/>
                  </a:lnTo>
                  <a:lnTo>
                    <a:pt x="13753" y="4082"/>
                  </a:lnTo>
                  <a:lnTo>
                    <a:pt x="12920" y="3217"/>
                  </a:lnTo>
                  <a:lnTo>
                    <a:pt x="11148" y="5059"/>
                  </a:lnTo>
                  <a:lnTo>
                    <a:pt x="12920" y="6901"/>
                  </a:lnTo>
                  <a:lnTo>
                    <a:pt x="13753" y="6036"/>
                  </a:lnTo>
                  <a:lnTo>
                    <a:pt x="15025" y="6036"/>
                  </a:lnTo>
                  <a:lnTo>
                    <a:pt x="15025" y="8650"/>
                  </a:lnTo>
                  <a:cubicBezTo>
                    <a:pt x="15602" y="8295"/>
                    <a:pt x="16328" y="8294"/>
                    <a:pt x="16905" y="8650"/>
                  </a:cubicBezTo>
                  <a:lnTo>
                    <a:pt x="16905" y="6036"/>
                  </a:lnTo>
                  <a:lnTo>
                    <a:pt x="18177" y="6036"/>
                  </a:lnTo>
                  <a:cubicBezTo>
                    <a:pt x="18177" y="6036"/>
                    <a:pt x="19010" y="6901"/>
                    <a:pt x="19010" y="6901"/>
                  </a:cubicBezTo>
                  <a:close/>
                  <a:moveTo>
                    <a:pt x="15965" y="3684"/>
                  </a:moveTo>
                  <a:lnTo>
                    <a:pt x="17738" y="1843"/>
                  </a:lnTo>
                  <a:lnTo>
                    <a:pt x="15965" y="0"/>
                  </a:lnTo>
                  <a:lnTo>
                    <a:pt x="14192" y="1843"/>
                  </a:lnTo>
                  <a:cubicBezTo>
                    <a:pt x="14192" y="1843"/>
                    <a:pt x="15965" y="3684"/>
                    <a:pt x="15965" y="3684"/>
                  </a:cubicBezTo>
                  <a:close/>
                  <a:moveTo>
                    <a:pt x="11660" y="9299"/>
                  </a:moveTo>
                  <a:lnTo>
                    <a:pt x="10331" y="10680"/>
                  </a:lnTo>
                  <a:lnTo>
                    <a:pt x="11660" y="12061"/>
                  </a:lnTo>
                  <a:lnTo>
                    <a:pt x="12989" y="10680"/>
                  </a:lnTo>
                  <a:cubicBezTo>
                    <a:pt x="12989" y="10680"/>
                    <a:pt x="11660" y="9299"/>
                    <a:pt x="11660" y="9299"/>
                  </a:cubicBezTo>
                  <a:close/>
                  <a:moveTo>
                    <a:pt x="8282" y="17567"/>
                  </a:moveTo>
                  <a:cubicBezTo>
                    <a:pt x="8282" y="15877"/>
                    <a:pt x="7291" y="14733"/>
                    <a:pt x="5701" y="14733"/>
                  </a:cubicBezTo>
                  <a:lnTo>
                    <a:pt x="122" y="14733"/>
                  </a:lnTo>
                  <a:lnTo>
                    <a:pt x="122" y="16550"/>
                  </a:lnTo>
                  <a:lnTo>
                    <a:pt x="5676" y="16550"/>
                  </a:lnTo>
                  <a:cubicBezTo>
                    <a:pt x="6324" y="16550"/>
                    <a:pt x="6728" y="16944"/>
                    <a:pt x="6728" y="17567"/>
                  </a:cubicBezTo>
                  <a:cubicBezTo>
                    <a:pt x="6728" y="18202"/>
                    <a:pt x="6324" y="18583"/>
                    <a:pt x="5676" y="18583"/>
                  </a:cubicBezTo>
                  <a:lnTo>
                    <a:pt x="122" y="18583"/>
                  </a:lnTo>
                  <a:lnTo>
                    <a:pt x="122" y="20401"/>
                  </a:lnTo>
                  <a:lnTo>
                    <a:pt x="5701" y="20401"/>
                  </a:lnTo>
                  <a:cubicBezTo>
                    <a:pt x="7291" y="20401"/>
                    <a:pt x="8282" y="19257"/>
                    <a:pt x="8282" y="17567"/>
                  </a:cubicBezTo>
                  <a:moveTo>
                    <a:pt x="8282" y="3811"/>
                  </a:moveTo>
                  <a:cubicBezTo>
                    <a:pt x="8282" y="2032"/>
                    <a:pt x="7242" y="1015"/>
                    <a:pt x="5762" y="1015"/>
                  </a:cubicBezTo>
                  <a:cubicBezTo>
                    <a:pt x="4282" y="1015"/>
                    <a:pt x="3768" y="2006"/>
                    <a:pt x="3389" y="3049"/>
                  </a:cubicBezTo>
                  <a:lnTo>
                    <a:pt x="3009" y="4091"/>
                  </a:lnTo>
                  <a:cubicBezTo>
                    <a:pt x="2801" y="4663"/>
                    <a:pt x="2447" y="4764"/>
                    <a:pt x="2214" y="4764"/>
                  </a:cubicBezTo>
                  <a:cubicBezTo>
                    <a:pt x="1774" y="4764"/>
                    <a:pt x="1443" y="4434"/>
                    <a:pt x="1443" y="3849"/>
                  </a:cubicBezTo>
                  <a:cubicBezTo>
                    <a:pt x="1443" y="3277"/>
                    <a:pt x="1811" y="2896"/>
                    <a:pt x="2385" y="2896"/>
                  </a:cubicBezTo>
                  <a:lnTo>
                    <a:pt x="2606" y="2896"/>
                  </a:lnTo>
                  <a:lnTo>
                    <a:pt x="2606" y="1193"/>
                  </a:lnTo>
                  <a:lnTo>
                    <a:pt x="2422" y="1193"/>
                  </a:lnTo>
                  <a:cubicBezTo>
                    <a:pt x="930" y="1193"/>
                    <a:pt x="0" y="2261"/>
                    <a:pt x="0" y="3849"/>
                  </a:cubicBezTo>
                  <a:cubicBezTo>
                    <a:pt x="0" y="5514"/>
                    <a:pt x="1101" y="6480"/>
                    <a:pt x="2324" y="6480"/>
                  </a:cubicBezTo>
                  <a:cubicBezTo>
                    <a:pt x="3499" y="6480"/>
                    <a:pt x="4196" y="5845"/>
                    <a:pt x="4636" y="4637"/>
                  </a:cubicBezTo>
                  <a:lnTo>
                    <a:pt x="5065" y="3468"/>
                  </a:lnTo>
                  <a:cubicBezTo>
                    <a:pt x="5260" y="2947"/>
                    <a:pt x="5529" y="2743"/>
                    <a:pt x="5933" y="2743"/>
                  </a:cubicBezTo>
                  <a:cubicBezTo>
                    <a:pt x="6496" y="2743"/>
                    <a:pt x="6826" y="3125"/>
                    <a:pt x="6826" y="3811"/>
                  </a:cubicBezTo>
                  <a:cubicBezTo>
                    <a:pt x="6826" y="4497"/>
                    <a:pt x="6520" y="4917"/>
                    <a:pt x="5872" y="4917"/>
                  </a:cubicBezTo>
                  <a:lnTo>
                    <a:pt x="5578" y="4917"/>
                  </a:lnTo>
                  <a:lnTo>
                    <a:pt x="5578" y="6633"/>
                  </a:lnTo>
                  <a:lnTo>
                    <a:pt x="5860" y="6633"/>
                  </a:lnTo>
                  <a:cubicBezTo>
                    <a:pt x="7352" y="6633"/>
                    <a:pt x="8282" y="5438"/>
                    <a:pt x="8282" y="3811"/>
                  </a:cubicBezTo>
                  <a:moveTo>
                    <a:pt x="1676" y="7753"/>
                  </a:moveTo>
                  <a:lnTo>
                    <a:pt x="122" y="7753"/>
                  </a:lnTo>
                  <a:lnTo>
                    <a:pt x="122" y="13129"/>
                  </a:lnTo>
                  <a:lnTo>
                    <a:pt x="1676" y="13129"/>
                  </a:lnTo>
                  <a:lnTo>
                    <a:pt x="1676" y="11350"/>
                  </a:lnTo>
                  <a:lnTo>
                    <a:pt x="8159" y="11350"/>
                  </a:lnTo>
                  <a:lnTo>
                    <a:pt x="8159" y="9533"/>
                  </a:lnTo>
                  <a:lnTo>
                    <a:pt x="1676" y="9533"/>
                  </a:lnTo>
                  <a:cubicBezTo>
                    <a:pt x="1676" y="9533"/>
                    <a:pt x="1676" y="7753"/>
                    <a:pt x="1676" y="7753"/>
                  </a:cubicBezTo>
                  <a:close/>
                  <a:moveTo>
                    <a:pt x="14978" y="9273"/>
                  </a:moveTo>
                  <a:lnTo>
                    <a:pt x="10331" y="14101"/>
                  </a:lnTo>
                  <a:lnTo>
                    <a:pt x="11660" y="15483"/>
                  </a:lnTo>
                  <a:lnTo>
                    <a:pt x="15965" y="11009"/>
                  </a:lnTo>
                  <a:lnTo>
                    <a:pt x="16978" y="12061"/>
                  </a:lnTo>
                  <a:lnTo>
                    <a:pt x="18307" y="10680"/>
                  </a:lnTo>
                  <a:lnTo>
                    <a:pt x="16952" y="9273"/>
                  </a:lnTo>
                  <a:cubicBezTo>
                    <a:pt x="16407" y="8707"/>
                    <a:pt x="15523" y="8707"/>
                    <a:pt x="14978" y="9273"/>
                  </a:cubicBezTo>
                  <a:moveTo>
                    <a:pt x="12294" y="15483"/>
                  </a:moveTo>
                  <a:lnTo>
                    <a:pt x="10964" y="16864"/>
                  </a:lnTo>
                  <a:lnTo>
                    <a:pt x="12319" y="18271"/>
                  </a:lnTo>
                  <a:cubicBezTo>
                    <a:pt x="12864" y="18838"/>
                    <a:pt x="13748" y="18838"/>
                    <a:pt x="14293" y="18271"/>
                  </a:cubicBezTo>
                  <a:lnTo>
                    <a:pt x="15648" y="16863"/>
                  </a:lnTo>
                  <a:lnTo>
                    <a:pt x="14319" y="15483"/>
                  </a:lnTo>
                  <a:lnTo>
                    <a:pt x="13307" y="16534"/>
                  </a:lnTo>
                  <a:cubicBezTo>
                    <a:pt x="13307" y="16534"/>
                    <a:pt x="12294" y="15483"/>
                    <a:pt x="12294" y="15483"/>
                  </a:cubicBezTo>
                  <a:close/>
                  <a:moveTo>
                    <a:pt x="14953" y="18245"/>
                  </a:moveTo>
                  <a:lnTo>
                    <a:pt x="13623" y="19626"/>
                  </a:lnTo>
                  <a:lnTo>
                    <a:pt x="14978" y="21033"/>
                  </a:lnTo>
                  <a:cubicBezTo>
                    <a:pt x="15523" y="21600"/>
                    <a:pt x="16407" y="21600"/>
                    <a:pt x="16952" y="21033"/>
                  </a:cubicBezTo>
                  <a:lnTo>
                    <a:pt x="18307" y="19626"/>
                  </a:lnTo>
                  <a:lnTo>
                    <a:pt x="16978" y="18245"/>
                  </a:lnTo>
                  <a:lnTo>
                    <a:pt x="15965" y="19296"/>
                  </a:lnTo>
                  <a:cubicBezTo>
                    <a:pt x="15965" y="19296"/>
                    <a:pt x="14953" y="18245"/>
                    <a:pt x="14953" y="18245"/>
                  </a:cubicBezTo>
                  <a:close/>
                  <a:moveTo>
                    <a:pt x="20271" y="15483"/>
                  </a:moveTo>
                  <a:lnTo>
                    <a:pt x="21600" y="14101"/>
                  </a:lnTo>
                  <a:lnTo>
                    <a:pt x="20270" y="12720"/>
                  </a:lnTo>
                  <a:lnTo>
                    <a:pt x="18941" y="14101"/>
                  </a:lnTo>
                  <a:cubicBezTo>
                    <a:pt x="18941" y="14101"/>
                    <a:pt x="20271" y="15483"/>
                    <a:pt x="20271" y="15483"/>
                  </a:cubicBezTo>
                  <a:close/>
                  <a:moveTo>
                    <a:pt x="17637" y="18271"/>
                  </a:moveTo>
                  <a:cubicBezTo>
                    <a:pt x="18182" y="18838"/>
                    <a:pt x="19066" y="18838"/>
                    <a:pt x="19612" y="18271"/>
                  </a:cubicBezTo>
                  <a:lnTo>
                    <a:pt x="20966" y="16864"/>
                  </a:lnTo>
                  <a:lnTo>
                    <a:pt x="19636" y="15483"/>
                  </a:lnTo>
                  <a:lnTo>
                    <a:pt x="18624" y="16534"/>
                  </a:lnTo>
                  <a:lnTo>
                    <a:pt x="17611" y="15483"/>
                  </a:lnTo>
                  <a:lnTo>
                    <a:pt x="16282" y="16863"/>
                  </a:lnTo>
                  <a:cubicBezTo>
                    <a:pt x="16282" y="16863"/>
                    <a:pt x="17637" y="18271"/>
                    <a:pt x="17637" y="1827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531" name="Shape 531"/>
          <p:cNvSpPr txBox="1">
            <a:spLocks noGrp="1"/>
          </p:cNvSpPr>
          <p:nvPr>
            <p:ph type="sldNum" idx="12"/>
          </p:nvPr>
        </p:nvSpPr>
        <p:spPr>
          <a:xfrm>
            <a:off x="17474063" y="12481869"/>
            <a:ext cx="56892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8_Title Slide">
  <p:cSld name="8_Title Slide"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3" name="Shape 533"/>
          <p:cNvGrpSpPr/>
          <p:nvPr/>
        </p:nvGrpSpPr>
        <p:grpSpPr>
          <a:xfrm>
            <a:off x="688354" y="-2"/>
            <a:ext cx="20578621" cy="13719179"/>
            <a:chOff x="-1" y="-1"/>
            <a:chExt cx="20569239" cy="13719177"/>
          </a:xfrm>
        </p:grpSpPr>
        <p:sp>
          <p:nvSpPr>
            <p:cNvPr id="534" name="Shape 534"/>
            <p:cNvSpPr/>
            <p:nvPr/>
          </p:nvSpPr>
          <p:spPr>
            <a:xfrm>
              <a:off x="20459700" y="11760200"/>
              <a:ext cx="33338" cy="19526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35" name="Shape 535"/>
            <p:cNvSpPr/>
            <p:nvPr/>
          </p:nvSpPr>
          <p:spPr>
            <a:xfrm>
              <a:off x="20535900" y="7861300"/>
              <a:ext cx="33338" cy="10842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36" name="Shape 536"/>
            <p:cNvSpPr/>
            <p:nvPr/>
          </p:nvSpPr>
          <p:spPr>
            <a:xfrm>
              <a:off x="19913600" y="-1"/>
              <a:ext cx="33338" cy="49244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37" name="Shape 537"/>
            <p:cNvSpPr/>
            <p:nvPr/>
          </p:nvSpPr>
          <p:spPr>
            <a:xfrm>
              <a:off x="17246600" y="11823700"/>
              <a:ext cx="33338" cy="18859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38" name="Shape 538"/>
            <p:cNvSpPr/>
            <p:nvPr/>
          </p:nvSpPr>
          <p:spPr>
            <a:xfrm>
              <a:off x="17221200" y="7874000"/>
              <a:ext cx="33338" cy="10842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39" name="Shape 539"/>
            <p:cNvSpPr/>
            <p:nvPr/>
          </p:nvSpPr>
          <p:spPr>
            <a:xfrm>
              <a:off x="17233900" y="-1"/>
              <a:ext cx="33338" cy="492760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40" name="Shape 540"/>
            <p:cNvSpPr/>
            <p:nvPr/>
          </p:nvSpPr>
          <p:spPr>
            <a:xfrm>
              <a:off x="13931900" y="11328400"/>
              <a:ext cx="33338" cy="23891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41" name="Shape 541"/>
            <p:cNvSpPr/>
            <p:nvPr/>
          </p:nvSpPr>
          <p:spPr>
            <a:xfrm>
              <a:off x="13284200" y="7874000"/>
              <a:ext cx="33338" cy="10842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42" name="Shape 542"/>
            <p:cNvSpPr/>
            <p:nvPr/>
          </p:nvSpPr>
          <p:spPr>
            <a:xfrm>
              <a:off x="13906500" y="-1"/>
              <a:ext cx="33338" cy="47148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43" name="Shape 543"/>
            <p:cNvSpPr/>
            <p:nvPr/>
          </p:nvSpPr>
          <p:spPr>
            <a:xfrm>
              <a:off x="10579100" y="11823700"/>
              <a:ext cx="33338" cy="18859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44" name="Shape 544"/>
            <p:cNvSpPr/>
            <p:nvPr/>
          </p:nvSpPr>
          <p:spPr>
            <a:xfrm>
              <a:off x="6794500" y="7874000"/>
              <a:ext cx="33338" cy="10842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45" name="Shape 545"/>
            <p:cNvSpPr/>
            <p:nvPr/>
          </p:nvSpPr>
          <p:spPr>
            <a:xfrm>
              <a:off x="10604500" y="-1"/>
              <a:ext cx="33338" cy="492760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46" name="Shape 546"/>
            <p:cNvSpPr/>
            <p:nvPr/>
          </p:nvSpPr>
          <p:spPr>
            <a:xfrm>
              <a:off x="7289800" y="11645900"/>
              <a:ext cx="33338" cy="20653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47" name="Shape 547"/>
            <p:cNvSpPr/>
            <p:nvPr/>
          </p:nvSpPr>
          <p:spPr>
            <a:xfrm>
              <a:off x="7239000" y="7416800"/>
              <a:ext cx="33338" cy="10842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48" name="Shape 548"/>
            <p:cNvSpPr/>
            <p:nvPr/>
          </p:nvSpPr>
          <p:spPr>
            <a:xfrm>
              <a:off x="723899" y="0"/>
              <a:ext cx="33339" cy="49069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49" name="Shape 549"/>
            <p:cNvSpPr/>
            <p:nvPr/>
          </p:nvSpPr>
          <p:spPr>
            <a:xfrm>
              <a:off x="3047999" y="11734800"/>
              <a:ext cx="33339" cy="19843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50" name="Shape 550"/>
            <p:cNvSpPr/>
            <p:nvPr/>
          </p:nvSpPr>
          <p:spPr>
            <a:xfrm>
              <a:off x="3733799" y="7848600"/>
              <a:ext cx="33339" cy="10842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51" name="Shape 551"/>
            <p:cNvSpPr/>
            <p:nvPr/>
          </p:nvSpPr>
          <p:spPr>
            <a:xfrm>
              <a:off x="3848099" y="-1"/>
              <a:ext cx="33339" cy="492760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52" name="Shape 552"/>
            <p:cNvSpPr/>
            <p:nvPr/>
          </p:nvSpPr>
          <p:spPr>
            <a:xfrm>
              <a:off x="673099" y="11811000"/>
              <a:ext cx="33339" cy="19034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53" name="Shape 553"/>
            <p:cNvSpPr/>
            <p:nvPr/>
          </p:nvSpPr>
          <p:spPr>
            <a:xfrm>
              <a:off x="-1" y="7810500"/>
              <a:ext cx="33339" cy="10842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54" name="Shape 554"/>
            <p:cNvSpPr/>
            <p:nvPr/>
          </p:nvSpPr>
          <p:spPr>
            <a:xfrm>
              <a:off x="647699" y="0"/>
              <a:ext cx="33339" cy="48339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555" name="Shape 555"/>
          <p:cNvSpPr txBox="1">
            <a:spLocks noGrp="1"/>
          </p:cNvSpPr>
          <p:nvPr>
            <p:ph type="title"/>
          </p:nvPr>
        </p:nvSpPr>
        <p:spPr>
          <a:xfrm>
            <a:off x="3456111" y="4083891"/>
            <a:ext cx="15632335" cy="4930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6" name="Shape 556"/>
          <p:cNvSpPr txBox="1">
            <a:spLocks noGrp="1"/>
          </p:cNvSpPr>
          <p:nvPr>
            <p:ph type="body" idx="1"/>
          </p:nvPr>
        </p:nvSpPr>
        <p:spPr>
          <a:xfrm>
            <a:off x="9033817" y="9014460"/>
            <a:ext cx="6962026" cy="470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557" name="Shape 557"/>
          <p:cNvGrpSpPr/>
          <p:nvPr/>
        </p:nvGrpSpPr>
        <p:grpSpPr>
          <a:xfrm>
            <a:off x="699936" y="1377847"/>
            <a:ext cx="1396623" cy="1395987"/>
            <a:chOff x="0" y="0"/>
            <a:chExt cx="1395985" cy="1395985"/>
          </a:xfrm>
        </p:grpSpPr>
        <p:sp>
          <p:nvSpPr>
            <p:cNvPr id="558" name="Shape 558"/>
            <p:cNvSpPr/>
            <p:nvPr/>
          </p:nvSpPr>
          <p:spPr>
            <a:xfrm>
              <a:off x="0" y="0"/>
              <a:ext cx="1395985" cy="139598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59" name="Shape 559"/>
            <p:cNvSpPr/>
            <p:nvPr/>
          </p:nvSpPr>
          <p:spPr>
            <a:xfrm>
              <a:off x="251184" y="256109"/>
              <a:ext cx="920704" cy="880390"/>
            </a:xfrm>
            <a:custGeom>
              <a:avLst/>
              <a:gdLst/>
              <a:ahLst/>
              <a:cxnLst/>
              <a:rect l="0" t="0" r="0" b="0"/>
              <a:pathLst>
                <a:path w="21600" h="21458" extrusionOk="0">
                  <a:moveTo>
                    <a:pt x="16952" y="15509"/>
                  </a:moveTo>
                  <a:lnTo>
                    <a:pt x="21600" y="10680"/>
                  </a:lnTo>
                  <a:lnTo>
                    <a:pt x="20270" y="9299"/>
                  </a:lnTo>
                  <a:lnTo>
                    <a:pt x="15965" y="13772"/>
                  </a:lnTo>
                  <a:lnTo>
                    <a:pt x="14953" y="12721"/>
                  </a:lnTo>
                  <a:lnTo>
                    <a:pt x="13624" y="14101"/>
                  </a:lnTo>
                  <a:lnTo>
                    <a:pt x="14978" y="15509"/>
                  </a:lnTo>
                  <a:cubicBezTo>
                    <a:pt x="15523" y="16075"/>
                    <a:pt x="16407" y="16075"/>
                    <a:pt x="16952" y="15509"/>
                  </a:cubicBezTo>
                  <a:moveTo>
                    <a:pt x="19010" y="6901"/>
                  </a:moveTo>
                  <a:lnTo>
                    <a:pt x="20782" y="5059"/>
                  </a:lnTo>
                  <a:lnTo>
                    <a:pt x="19010" y="3217"/>
                  </a:lnTo>
                  <a:lnTo>
                    <a:pt x="18177" y="4082"/>
                  </a:lnTo>
                  <a:lnTo>
                    <a:pt x="13753" y="4082"/>
                  </a:lnTo>
                  <a:lnTo>
                    <a:pt x="12920" y="3217"/>
                  </a:lnTo>
                  <a:lnTo>
                    <a:pt x="11148" y="5059"/>
                  </a:lnTo>
                  <a:lnTo>
                    <a:pt x="12920" y="6901"/>
                  </a:lnTo>
                  <a:lnTo>
                    <a:pt x="13753" y="6036"/>
                  </a:lnTo>
                  <a:lnTo>
                    <a:pt x="15025" y="6036"/>
                  </a:lnTo>
                  <a:lnTo>
                    <a:pt x="15025" y="8650"/>
                  </a:lnTo>
                  <a:cubicBezTo>
                    <a:pt x="15602" y="8295"/>
                    <a:pt x="16328" y="8294"/>
                    <a:pt x="16905" y="8650"/>
                  </a:cubicBezTo>
                  <a:lnTo>
                    <a:pt x="16905" y="6036"/>
                  </a:lnTo>
                  <a:lnTo>
                    <a:pt x="18177" y="6036"/>
                  </a:lnTo>
                  <a:cubicBezTo>
                    <a:pt x="18177" y="6036"/>
                    <a:pt x="19010" y="6901"/>
                    <a:pt x="19010" y="6901"/>
                  </a:cubicBezTo>
                  <a:close/>
                  <a:moveTo>
                    <a:pt x="15965" y="3684"/>
                  </a:moveTo>
                  <a:lnTo>
                    <a:pt x="17738" y="1843"/>
                  </a:lnTo>
                  <a:lnTo>
                    <a:pt x="15965" y="0"/>
                  </a:lnTo>
                  <a:lnTo>
                    <a:pt x="14192" y="1843"/>
                  </a:lnTo>
                  <a:cubicBezTo>
                    <a:pt x="14192" y="1843"/>
                    <a:pt x="15965" y="3684"/>
                    <a:pt x="15965" y="3684"/>
                  </a:cubicBezTo>
                  <a:close/>
                  <a:moveTo>
                    <a:pt x="11660" y="9299"/>
                  </a:moveTo>
                  <a:lnTo>
                    <a:pt x="10331" y="10680"/>
                  </a:lnTo>
                  <a:lnTo>
                    <a:pt x="11660" y="12061"/>
                  </a:lnTo>
                  <a:lnTo>
                    <a:pt x="12989" y="10680"/>
                  </a:lnTo>
                  <a:cubicBezTo>
                    <a:pt x="12989" y="10680"/>
                    <a:pt x="11660" y="9299"/>
                    <a:pt x="11660" y="9299"/>
                  </a:cubicBezTo>
                  <a:close/>
                  <a:moveTo>
                    <a:pt x="8282" y="17567"/>
                  </a:moveTo>
                  <a:cubicBezTo>
                    <a:pt x="8282" y="15877"/>
                    <a:pt x="7291" y="14733"/>
                    <a:pt x="5701" y="14733"/>
                  </a:cubicBezTo>
                  <a:lnTo>
                    <a:pt x="122" y="14733"/>
                  </a:lnTo>
                  <a:lnTo>
                    <a:pt x="122" y="16550"/>
                  </a:lnTo>
                  <a:lnTo>
                    <a:pt x="5676" y="16550"/>
                  </a:lnTo>
                  <a:cubicBezTo>
                    <a:pt x="6324" y="16550"/>
                    <a:pt x="6728" y="16944"/>
                    <a:pt x="6728" y="17567"/>
                  </a:cubicBezTo>
                  <a:cubicBezTo>
                    <a:pt x="6728" y="18202"/>
                    <a:pt x="6324" y="18583"/>
                    <a:pt x="5676" y="18583"/>
                  </a:cubicBezTo>
                  <a:lnTo>
                    <a:pt x="122" y="18583"/>
                  </a:lnTo>
                  <a:lnTo>
                    <a:pt x="122" y="20401"/>
                  </a:lnTo>
                  <a:lnTo>
                    <a:pt x="5701" y="20401"/>
                  </a:lnTo>
                  <a:cubicBezTo>
                    <a:pt x="7291" y="20401"/>
                    <a:pt x="8282" y="19257"/>
                    <a:pt x="8282" y="17567"/>
                  </a:cubicBezTo>
                  <a:moveTo>
                    <a:pt x="8282" y="3811"/>
                  </a:moveTo>
                  <a:cubicBezTo>
                    <a:pt x="8282" y="2032"/>
                    <a:pt x="7242" y="1015"/>
                    <a:pt x="5762" y="1015"/>
                  </a:cubicBezTo>
                  <a:cubicBezTo>
                    <a:pt x="4282" y="1015"/>
                    <a:pt x="3768" y="2006"/>
                    <a:pt x="3389" y="3049"/>
                  </a:cubicBezTo>
                  <a:lnTo>
                    <a:pt x="3009" y="4091"/>
                  </a:lnTo>
                  <a:cubicBezTo>
                    <a:pt x="2801" y="4663"/>
                    <a:pt x="2447" y="4764"/>
                    <a:pt x="2214" y="4764"/>
                  </a:cubicBezTo>
                  <a:cubicBezTo>
                    <a:pt x="1774" y="4764"/>
                    <a:pt x="1443" y="4434"/>
                    <a:pt x="1443" y="3849"/>
                  </a:cubicBezTo>
                  <a:cubicBezTo>
                    <a:pt x="1443" y="3277"/>
                    <a:pt x="1811" y="2896"/>
                    <a:pt x="2385" y="2896"/>
                  </a:cubicBezTo>
                  <a:lnTo>
                    <a:pt x="2606" y="2896"/>
                  </a:lnTo>
                  <a:lnTo>
                    <a:pt x="2606" y="1193"/>
                  </a:lnTo>
                  <a:lnTo>
                    <a:pt x="2422" y="1193"/>
                  </a:lnTo>
                  <a:cubicBezTo>
                    <a:pt x="930" y="1193"/>
                    <a:pt x="0" y="2261"/>
                    <a:pt x="0" y="3849"/>
                  </a:cubicBezTo>
                  <a:cubicBezTo>
                    <a:pt x="0" y="5514"/>
                    <a:pt x="1101" y="6480"/>
                    <a:pt x="2324" y="6480"/>
                  </a:cubicBezTo>
                  <a:cubicBezTo>
                    <a:pt x="3499" y="6480"/>
                    <a:pt x="4196" y="5845"/>
                    <a:pt x="4636" y="4637"/>
                  </a:cubicBezTo>
                  <a:lnTo>
                    <a:pt x="5065" y="3468"/>
                  </a:lnTo>
                  <a:cubicBezTo>
                    <a:pt x="5260" y="2947"/>
                    <a:pt x="5529" y="2743"/>
                    <a:pt x="5933" y="2743"/>
                  </a:cubicBezTo>
                  <a:cubicBezTo>
                    <a:pt x="6496" y="2743"/>
                    <a:pt x="6826" y="3125"/>
                    <a:pt x="6826" y="3811"/>
                  </a:cubicBezTo>
                  <a:cubicBezTo>
                    <a:pt x="6826" y="4497"/>
                    <a:pt x="6520" y="4917"/>
                    <a:pt x="5872" y="4917"/>
                  </a:cubicBezTo>
                  <a:lnTo>
                    <a:pt x="5578" y="4917"/>
                  </a:lnTo>
                  <a:lnTo>
                    <a:pt x="5578" y="6633"/>
                  </a:lnTo>
                  <a:lnTo>
                    <a:pt x="5860" y="6633"/>
                  </a:lnTo>
                  <a:cubicBezTo>
                    <a:pt x="7352" y="6633"/>
                    <a:pt x="8282" y="5438"/>
                    <a:pt x="8282" y="3811"/>
                  </a:cubicBezTo>
                  <a:moveTo>
                    <a:pt x="1676" y="7753"/>
                  </a:moveTo>
                  <a:lnTo>
                    <a:pt x="122" y="7753"/>
                  </a:lnTo>
                  <a:lnTo>
                    <a:pt x="122" y="13129"/>
                  </a:lnTo>
                  <a:lnTo>
                    <a:pt x="1676" y="13129"/>
                  </a:lnTo>
                  <a:lnTo>
                    <a:pt x="1676" y="11350"/>
                  </a:lnTo>
                  <a:lnTo>
                    <a:pt x="8159" y="11350"/>
                  </a:lnTo>
                  <a:lnTo>
                    <a:pt x="8159" y="9533"/>
                  </a:lnTo>
                  <a:lnTo>
                    <a:pt x="1676" y="9533"/>
                  </a:lnTo>
                  <a:cubicBezTo>
                    <a:pt x="1676" y="9533"/>
                    <a:pt x="1676" y="7753"/>
                    <a:pt x="1676" y="7753"/>
                  </a:cubicBezTo>
                  <a:close/>
                  <a:moveTo>
                    <a:pt x="14978" y="9273"/>
                  </a:moveTo>
                  <a:lnTo>
                    <a:pt x="10331" y="14101"/>
                  </a:lnTo>
                  <a:lnTo>
                    <a:pt x="11660" y="15483"/>
                  </a:lnTo>
                  <a:lnTo>
                    <a:pt x="15965" y="11009"/>
                  </a:lnTo>
                  <a:lnTo>
                    <a:pt x="16978" y="12061"/>
                  </a:lnTo>
                  <a:lnTo>
                    <a:pt x="18307" y="10680"/>
                  </a:lnTo>
                  <a:lnTo>
                    <a:pt x="16952" y="9273"/>
                  </a:lnTo>
                  <a:cubicBezTo>
                    <a:pt x="16407" y="8707"/>
                    <a:pt x="15523" y="8707"/>
                    <a:pt x="14978" y="9273"/>
                  </a:cubicBezTo>
                  <a:moveTo>
                    <a:pt x="12294" y="15483"/>
                  </a:moveTo>
                  <a:lnTo>
                    <a:pt x="10964" y="16864"/>
                  </a:lnTo>
                  <a:lnTo>
                    <a:pt x="12319" y="18271"/>
                  </a:lnTo>
                  <a:cubicBezTo>
                    <a:pt x="12864" y="18838"/>
                    <a:pt x="13748" y="18838"/>
                    <a:pt x="14293" y="18271"/>
                  </a:cubicBezTo>
                  <a:lnTo>
                    <a:pt x="15648" y="16863"/>
                  </a:lnTo>
                  <a:lnTo>
                    <a:pt x="14319" y="15483"/>
                  </a:lnTo>
                  <a:lnTo>
                    <a:pt x="13307" y="16534"/>
                  </a:lnTo>
                  <a:cubicBezTo>
                    <a:pt x="13307" y="16534"/>
                    <a:pt x="12294" y="15483"/>
                    <a:pt x="12294" y="15483"/>
                  </a:cubicBezTo>
                  <a:close/>
                  <a:moveTo>
                    <a:pt x="14953" y="18245"/>
                  </a:moveTo>
                  <a:lnTo>
                    <a:pt x="13623" y="19626"/>
                  </a:lnTo>
                  <a:lnTo>
                    <a:pt x="14978" y="21033"/>
                  </a:lnTo>
                  <a:cubicBezTo>
                    <a:pt x="15523" y="21600"/>
                    <a:pt x="16407" y="21600"/>
                    <a:pt x="16952" y="21033"/>
                  </a:cubicBezTo>
                  <a:lnTo>
                    <a:pt x="18307" y="19626"/>
                  </a:lnTo>
                  <a:lnTo>
                    <a:pt x="16978" y="18245"/>
                  </a:lnTo>
                  <a:lnTo>
                    <a:pt x="15965" y="19296"/>
                  </a:lnTo>
                  <a:cubicBezTo>
                    <a:pt x="15965" y="19296"/>
                    <a:pt x="14953" y="18245"/>
                    <a:pt x="14953" y="18245"/>
                  </a:cubicBezTo>
                  <a:close/>
                  <a:moveTo>
                    <a:pt x="20271" y="15483"/>
                  </a:moveTo>
                  <a:lnTo>
                    <a:pt x="21600" y="14101"/>
                  </a:lnTo>
                  <a:lnTo>
                    <a:pt x="20270" y="12720"/>
                  </a:lnTo>
                  <a:lnTo>
                    <a:pt x="18941" y="14101"/>
                  </a:lnTo>
                  <a:cubicBezTo>
                    <a:pt x="18941" y="14101"/>
                    <a:pt x="20271" y="15483"/>
                    <a:pt x="20271" y="15483"/>
                  </a:cubicBezTo>
                  <a:close/>
                  <a:moveTo>
                    <a:pt x="17637" y="18271"/>
                  </a:moveTo>
                  <a:cubicBezTo>
                    <a:pt x="18182" y="18838"/>
                    <a:pt x="19066" y="18838"/>
                    <a:pt x="19612" y="18271"/>
                  </a:cubicBezTo>
                  <a:lnTo>
                    <a:pt x="20966" y="16864"/>
                  </a:lnTo>
                  <a:lnTo>
                    <a:pt x="19636" y="15483"/>
                  </a:lnTo>
                  <a:lnTo>
                    <a:pt x="18624" y="16534"/>
                  </a:lnTo>
                  <a:lnTo>
                    <a:pt x="17611" y="15483"/>
                  </a:lnTo>
                  <a:lnTo>
                    <a:pt x="16282" y="16863"/>
                  </a:lnTo>
                  <a:cubicBezTo>
                    <a:pt x="16282" y="16863"/>
                    <a:pt x="17637" y="18271"/>
                    <a:pt x="17637" y="1827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560" name="Shape 560"/>
          <p:cNvSpPr txBox="1">
            <a:spLocks noGrp="1"/>
          </p:cNvSpPr>
          <p:nvPr>
            <p:ph type="sldNum" idx="12"/>
          </p:nvPr>
        </p:nvSpPr>
        <p:spPr>
          <a:xfrm>
            <a:off x="17474063" y="12481869"/>
            <a:ext cx="56892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_Title Slide">
  <p:cSld name="6_Title Slide">
    <p:bg>
      <p:bgPr>
        <a:solidFill>
          <a:srgbClr val="FEFEFE"/>
        </a:solidFill>
        <a:effectLst/>
      </p:bgPr>
    </p:bg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Shape 605"/>
          <p:cNvSpPr txBox="1">
            <a:spLocks noGrp="1"/>
          </p:cNvSpPr>
          <p:nvPr>
            <p:ph type="title"/>
          </p:nvPr>
        </p:nvSpPr>
        <p:spPr>
          <a:xfrm>
            <a:off x="4855243" y="3374326"/>
            <a:ext cx="15632335" cy="5634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6" name="Shape 606"/>
          <p:cNvSpPr txBox="1">
            <a:spLocks noGrp="1"/>
          </p:cNvSpPr>
          <p:nvPr>
            <p:ph type="body" idx="1"/>
          </p:nvPr>
        </p:nvSpPr>
        <p:spPr>
          <a:xfrm>
            <a:off x="8364456" y="9009286"/>
            <a:ext cx="6851104" cy="4706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607" name="Shape 607"/>
          <p:cNvGrpSpPr/>
          <p:nvPr/>
        </p:nvGrpSpPr>
        <p:grpSpPr>
          <a:xfrm>
            <a:off x="2101942" y="10443134"/>
            <a:ext cx="1396624" cy="1395987"/>
            <a:chOff x="0" y="0"/>
            <a:chExt cx="1395985" cy="1395985"/>
          </a:xfrm>
        </p:grpSpPr>
        <p:sp>
          <p:nvSpPr>
            <p:cNvPr id="608" name="Shape 608"/>
            <p:cNvSpPr/>
            <p:nvPr/>
          </p:nvSpPr>
          <p:spPr>
            <a:xfrm>
              <a:off x="0" y="0"/>
              <a:ext cx="1395985" cy="139598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09" name="Shape 609"/>
            <p:cNvSpPr/>
            <p:nvPr/>
          </p:nvSpPr>
          <p:spPr>
            <a:xfrm>
              <a:off x="251184" y="256109"/>
              <a:ext cx="920704" cy="880390"/>
            </a:xfrm>
            <a:custGeom>
              <a:avLst/>
              <a:gdLst/>
              <a:ahLst/>
              <a:cxnLst/>
              <a:rect l="0" t="0" r="0" b="0"/>
              <a:pathLst>
                <a:path w="21600" h="21458" extrusionOk="0">
                  <a:moveTo>
                    <a:pt x="16952" y="15509"/>
                  </a:moveTo>
                  <a:lnTo>
                    <a:pt x="21600" y="10680"/>
                  </a:lnTo>
                  <a:lnTo>
                    <a:pt x="20270" y="9299"/>
                  </a:lnTo>
                  <a:lnTo>
                    <a:pt x="15965" y="13772"/>
                  </a:lnTo>
                  <a:lnTo>
                    <a:pt x="14953" y="12721"/>
                  </a:lnTo>
                  <a:lnTo>
                    <a:pt x="13624" y="14101"/>
                  </a:lnTo>
                  <a:lnTo>
                    <a:pt x="14978" y="15509"/>
                  </a:lnTo>
                  <a:cubicBezTo>
                    <a:pt x="15523" y="16075"/>
                    <a:pt x="16407" y="16075"/>
                    <a:pt x="16952" y="15509"/>
                  </a:cubicBezTo>
                  <a:moveTo>
                    <a:pt x="19010" y="6901"/>
                  </a:moveTo>
                  <a:lnTo>
                    <a:pt x="20782" y="5059"/>
                  </a:lnTo>
                  <a:lnTo>
                    <a:pt x="19010" y="3217"/>
                  </a:lnTo>
                  <a:lnTo>
                    <a:pt x="18177" y="4082"/>
                  </a:lnTo>
                  <a:lnTo>
                    <a:pt x="13753" y="4082"/>
                  </a:lnTo>
                  <a:lnTo>
                    <a:pt x="12920" y="3217"/>
                  </a:lnTo>
                  <a:lnTo>
                    <a:pt x="11148" y="5059"/>
                  </a:lnTo>
                  <a:lnTo>
                    <a:pt x="12920" y="6901"/>
                  </a:lnTo>
                  <a:lnTo>
                    <a:pt x="13753" y="6036"/>
                  </a:lnTo>
                  <a:lnTo>
                    <a:pt x="15025" y="6036"/>
                  </a:lnTo>
                  <a:lnTo>
                    <a:pt x="15025" y="8650"/>
                  </a:lnTo>
                  <a:cubicBezTo>
                    <a:pt x="15602" y="8295"/>
                    <a:pt x="16328" y="8294"/>
                    <a:pt x="16905" y="8650"/>
                  </a:cubicBezTo>
                  <a:lnTo>
                    <a:pt x="16905" y="6036"/>
                  </a:lnTo>
                  <a:lnTo>
                    <a:pt x="18177" y="6036"/>
                  </a:lnTo>
                  <a:cubicBezTo>
                    <a:pt x="18177" y="6036"/>
                    <a:pt x="19010" y="6901"/>
                    <a:pt x="19010" y="6901"/>
                  </a:cubicBezTo>
                  <a:close/>
                  <a:moveTo>
                    <a:pt x="15965" y="3684"/>
                  </a:moveTo>
                  <a:lnTo>
                    <a:pt x="17738" y="1843"/>
                  </a:lnTo>
                  <a:lnTo>
                    <a:pt x="15965" y="0"/>
                  </a:lnTo>
                  <a:lnTo>
                    <a:pt x="14192" y="1843"/>
                  </a:lnTo>
                  <a:cubicBezTo>
                    <a:pt x="14192" y="1843"/>
                    <a:pt x="15965" y="3684"/>
                    <a:pt x="15965" y="3684"/>
                  </a:cubicBezTo>
                  <a:close/>
                  <a:moveTo>
                    <a:pt x="11660" y="9299"/>
                  </a:moveTo>
                  <a:lnTo>
                    <a:pt x="10331" y="10680"/>
                  </a:lnTo>
                  <a:lnTo>
                    <a:pt x="11660" y="12061"/>
                  </a:lnTo>
                  <a:lnTo>
                    <a:pt x="12989" y="10680"/>
                  </a:lnTo>
                  <a:cubicBezTo>
                    <a:pt x="12989" y="10680"/>
                    <a:pt x="11660" y="9299"/>
                    <a:pt x="11660" y="9299"/>
                  </a:cubicBezTo>
                  <a:close/>
                  <a:moveTo>
                    <a:pt x="8282" y="17567"/>
                  </a:moveTo>
                  <a:cubicBezTo>
                    <a:pt x="8282" y="15877"/>
                    <a:pt x="7291" y="14733"/>
                    <a:pt x="5701" y="14733"/>
                  </a:cubicBezTo>
                  <a:lnTo>
                    <a:pt x="122" y="14733"/>
                  </a:lnTo>
                  <a:lnTo>
                    <a:pt x="122" y="16550"/>
                  </a:lnTo>
                  <a:lnTo>
                    <a:pt x="5676" y="16550"/>
                  </a:lnTo>
                  <a:cubicBezTo>
                    <a:pt x="6324" y="16550"/>
                    <a:pt x="6728" y="16944"/>
                    <a:pt x="6728" y="17567"/>
                  </a:cubicBezTo>
                  <a:cubicBezTo>
                    <a:pt x="6728" y="18202"/>
                    <a:pt x="6324" y="18583"/>
                    <a:pt x="5676" y="18583"/>
                  </a:cubicBezTo>
                  <a:lnTo>
                    <a:pt x="122" y="18583"/>
                  </a:lnTo>
                  <a:lnTo>
                    <a:pt x="122" y="20401"/>
                  </a:lnTo>
                  <a:lnTo>
                    <a:pt x="5701" y="20401"/>
                  </a:lnTo>
                  <a:cubicBezTo>
                    <a:pt x="7291" y="20401"/>
                    <a:pt x="8282" y="19257"/>
                    <a:pt x="8282" y="17567"/>
                  </a:cubicBezTo>
                  <a:moveTo>
                    <a:pt x="8282" y="3811"/>
                  </a:moveTo>
                  <a:cubicBezTo>
                    <a:pt x="8282" y="2032"/>
                    <a:pt x="7242" y="1015"/>
                    <a:pt x="5762" y="1015"/>
                  </a:cubicBezTo>
                  <a:cubicBezTo>
                    <a:pt x="4282" y="1015"/>
                    <a:pt x="3768" y="2006"/>
                    <a:pt x="3389" y="3049"/>
                  </a:cubicBezTo>
                  <a:lnTo>
                    <a:pt x="3009" y="4091"/>
                  </a:lnTo>
                  <a:cubicBezTo>
                    <a:pt x="2801" y="4663"/>
                    <a:pt x="2447" y="4764"/>
                    <a:pt x="2214" y="4764"/>
                  </a:cubicBezTo>
                  <a:cubicBezTo>
                    <a:pt x="1774" y="4764"/>
                    <a:pt x="1443" y="4434"/>
                    <a:pt x="1443" y="3849"/>
                  </a:cubicBezTo>
                  <a:cubicBezTo>
                    <a:pt x="1443" y="3277"/>
                    <a:pt x="1811" y="2896"/>
                    <a:pt x="2385" y="2896"/>
                  </a:cubicBezTo>
                  <a:lnTo>
                    <a:pt x="2606" y="2896"/>
                  </a:lnTo>
                  <a:lnTo>
                    <a:pt x="2606" y="1193"/>
                  </a:lnTo>
                  <a:lnTo>
                    <a:pt x="2422" y="1193"/>
                  </a:lnTo>
                  <a:cubicBezTo>
                    <a:pt x="930" y="1193"/>
                    <a:pt x="0" y="2261"/>
                    <a:pt x="0" y="3849"/>
                  </a:cubicBezTo>
                  <a:cubicBezTo>
                    <a:pt x="0" y="5514"/>
                    <a:pt x="1101" y="6480"/>
                    <a:pt x="2324" y="6480"/>
                  </a:cubicBezTo>
                  <a:cubicBezTo>
                    <a:pt x="3499" y="6480"/>
                    <a:pt x="4196" y="5845"/>
                    <a:pt x="4636" y="4637"/>
                  </a:cubicBezTo>
                  <a:lnTo>
                    <a:pt x="5065" y="3468"/>
                  </a:lnTo>
                  <a:cubicBezTo>
                    <a:pt x="5260" y="2947"/>
                    <a:pt x="5529" y="2743"/>
                    <a:pt x="5933" y="2743"/>
                  </a:cubicBezTo>
                  <a:cubicBezTo>
                    <a:pt x="6496" y="2743"/>
                    <a:pt x="6826" y="3125"/>
                    <a:pt x="6826" y="3811"/>
                  </a:cubicBezTo>
                  <a:cubicBezTo>
                    <a:pt x="6826" y="4497"/>
                    <a:pt x="6520" y="4917"/>
                    <a:pt x="5872" y="4917"/>
                  </a:cubicBezTo>
                  <a:lnTo>
                    <a:pt x="5578" y="4917"/>
                  </a:lnTo>
                  <a:lnTo>
                    <a:pt x="5578" y="6633"/>
                  </a:lnTo>
                  <a:lnTo>
                    <a:pt x="5860" y="6633"/>
                  </a:lnTo>
                  <a:cubicBezTo>
                    <a:pt x="7352" y="6633"/>
                    <a:pt x="8282" y="5438"/>
                    <a:pt x="8282" y="3811"/>
                  </a:cubicBezTo>
                  <a:moveTo>
                    <a:pt x="1676" y="7753"/>
                  </a:moveTo>
                  <a:lnTo>
                    <a:pt x="122" y="7753"/>
                  </a:lnTo>
                  <a:lnTo>
                    <a:pt x="122" y="13129"/>
                  </a:lnTo>
                  <a:lnTo>
                    <a:pt x="1676" y="13129"/>
                  </a:lnTo>
                  <a:lnTo>
                    <a:pt x="1676" y="11350"/>
                  </a:lnTo>
                  <a:lnTo>
                    <a:pt x="8159" y="11350"/>
                  </a:lnTo>
                  <a:lnTo>
                    <a:pt x="8159" y="9533"/>
                  </a:lnTo>
                  <a:lnTo>
                    <a:pt x="1676" y="9533"/>
                  </a:lnTo>
                  <a:cubicBezTo>
                    <a:pt x="1676" y="9533"/>
                    <a:pt x="1676" y="7753"/>
                    <a:pt x="1676" y="7753"/>
                  </a:cubicBezTo>
                  <a:close/>
                  <a:moveTo>
                    <a:pt x="14978" y="9273"/>
                  </a:moveTo>
                  <a:lnTo>
                    <a:pt x="10331" y="14101"/>
                  </a:lnTo>
                  <a:lnTo>
                    <a:pt x="11660" y="15483"/>
                  </a:lnTo>
                  <a:lnTo>
                    <a:pt x="15965" y="11009"/>
                  </a:lnTo>
                  <a:lnTo>
                    <a:pt x="16978" y="12061"/>
                  </a:lnTo>
                  <a:lnTo>
                    <a:pt x="18307" y="10680"/>
                  </a:lnTo>
                  <a:lnTo>
                    <a:pt x="16952" y="9273"/>
                  </a:lnTo>
                  <a:cubicBezTo>
                    <a:pt x="16407" y="8707"/>
                    <a:pt x="15523" y="8707"/>
                    <a:pt x="14978" y="9273"/>
                  </a:cubicBezTo>
                  <a:moveTo>
                    <a:pt x="12294" y="15483"/>
                  </a:moveTo>
                  <a:lnTo>
                    <a:pt x="10964" y="16864"/>
                  </a:lnTo>
                  <a:lnTo>
                    <a:pt x="12319" y="18271"/>
                  </a:lnTo>
                  <a:cubicBezTo>
                    <a:pt x="12864" y="18838"/>
                    <a:pt x="13748" y="18838"/>
                    <a:pt x="14293" y="18271"/>
                  </a:cubicBezTo>
                  <a:lnTo>
                    <a:pt x="15648" y="16863"/>
                  </a:lnTo>
                  <a:lnTo>
                    <a:pt x="14319" y="15483"/>
                  </a:lnTo>
                  <a:lnTo>
                    <a:pt x="13307" y="16534"/>
                  </a:lnTo>
                  <a:cubicBezTo>
                    <a:pt x="13307" y="16534"/>
                    <a:pt x="12294" y="15483"/>
                    <a:pt x="12294" y="15483"/>
                  </a:cubicBezTo>
                  <a:close/>
                  <a:moveTo>
                    <a:pt x="14953" y="18245"/>
                  </a:moveTo>
                  <a:lnTo>
                    <a:pt x="13623" y="19626"/>
                  </a:lnTo>
                  <a:lnTo>
                    <a:pt x="14978" y="21033"/>
                  </a:lnTo>
                  <a:cubicBezTo>
                    <a:pt x="15523" y="21600"/>
                    <a:pt x="16407" y="21600"/>
                    <a:pt x="16952" y="21033"/>
                  </a:cubicBezTo>
                  <a:lnTo>
                    <a:pt x="18307" y="19626"/>
                  </a:lnTo>
                  <a:lnTo>
                    <a:pt x="16978" y="18245"/>
                  </a:lnTo>
                  <a:lnTo>
                    <a:pt x="15965" y="19296"/>
                  </a:lnTo>
                  <a:cubicBezTo>
                    <a:pt x="15965" y="19296"/>
                    <a:pt x="14953" y="18245"/>
                    <a:pt x="14953" y="18245"/>
                  </a:cubicBezTo>
                  <a:close/>
                  <a:moveTo>
                    <a:pt x="20271" y="15483"/>
                  </a:moveTo>
                  <a:lnTo>
                    <a:pt x="21600" y="14101"/>
                  </a:lnTo>
                  <a:lnTo>
                    <a:pt x="20270" y="12720"/>
                  </a:lnTo>
                  <a:lnTo>
                    <a:pt x="18941" y="14101"/>
                  </a:lnTo>
                  <a:cubicBezTo>
                    <a:pt x="18941" y="14101"/>
                    <a:pt x="20271" y="15483"/>
                    <a:pt x="20271" y="15483"/>
                  </a:cubicBezTo>
                  <a:close/>
                  <a:moveTo>
                    <a:pt x="17637" y="18271"/>
                  </a:moveTo>
                  <a:cubicBezTo>
                    <a:pt x="18182" y="18838"/>
                    <a:pt x="19066" y="18838"/>
                    <a:pt x="19612" y="18271"/>
                  </a:cubicBezTo>
                  <a:lnTo>
                    <a:pt x="20966" y="16864"/>
                  </a:lnTo>
                  <a:lnTo>
                    <a:pt x="19636" y="15483"/>
                  </a:lnTo>
                  <a:lnTo>
                    <a:pt x="18624" y="16534"/>
                  </a:lnTo>
                  <a:lnTo>
                    <a:pt x="17611" y="15483"/>
                  </a:lnTo>
                  <a:lnTo>
                    <a:pt x="16282" y="16863"/>
                  </a:lnTo>
                  <a:cubicBezTo>
                    <a:pt x="16282" y="16863"/>
                    <a:pt x="17637" y="18271"/>
                    <a:pt x="17637" y="1827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610" name="Shape 610"/>
          <p:cNvGrpSpPr/>
          <p:nvPr/>
        </p:nvGrpSpPr>
        <p:grpSpPr>
          <a:xfrm>
            <a:off x="1766102" y="1987895"/>
            <a:ext cx="21674495" cy="9739315"/>
            <a:chOff x="-1" y="0"/>
            <a:chExt cx="21664614" cy="9739313"/>
          </a:xfrm>
        </p:grpSpPr>
        <p:sp>
          <p:nvSpPr>
            <p:cNvPr id="611" name="Shape 611"/>
            <p:cNvSpPr/>
            <p:nvPr/>
          </p:nvSpPr>
          <p:spPr>
            <a:xfrm>
              <a:off x="-1" y="0"/>
              <a:ext cx="430214" cy="43021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12" name="Shape 612"/>
            <p:cNvSpPr/>
            <p:nvPr/>
          </p:nvSpPr>
          <p:spPr>
            <a:xfrm>
              <a:off x="431799" y="6210300"/>
              <a:ext cx="430214" cy="4302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13" name="Shape 613"/>
            <p:cNvSpPr/>
            <p:nvPr/>
          </p:nvSpPr>
          <p:spPr>
            <a:xfrm>
              <a:off x="2565399" y="0"/>
              <a:ext cx="430214" cy="4302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10800"/>
                  </a:moveTo>
                  <a:lnTo>
                    <a:pt x="0" y="0"/>
                  </a:lnTo>
                  <a:lnTo>
                    <a:pt x="0" y="21600"/>
                  </a:lnTo>
                  <a:cubicBezTo>
                    <a:pt x="0" y="21600"/>
                    <a:pt x="21600" y="10800"/>
                    <a:pt x="21600" y="108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14" name="Shape 614"/>
            <p:cNvSpPr/>
            <p:nvPr/>
          </p:nvSpPr>
          <p:spPr>
            <a:xfrm>
              <a:off x="2565399" y="3111500"/>
              <a:ext cx="430214" cy="4302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15" name="Shape 615"/>
            <p:cNvSpPr/>
            <p:nvPr/>
          </p:nvSpPr>
          <p:spPr>
            <a:xfrm>
              <a:off x="2565399" y="6210300"/>
              <a:ext cx="430214" cy="4302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10800"/>
                  </a:moveTo>
                  <a:lnTo>
                    <a:pt x="0" y="0"/>
                  </a:lnTo>
                  <a:lnTo>
                    <a:pt x="0" y="21600"/>
                  </a:lnTo>
                  <a:cubicBezTo>
                    <a:pt x="0" y="21600"/>
                    <a:pt x="21600" y="10800"/>
                    <a:pt x="21600" y="108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16" name="Shape 616"/>
            <p:cNvSpPr/>
            <p:nvPr/>
          </p:nvSpPr>
          <p:spPr>
            <a:xfrm>
              <a:off x="2565399" y="9309100"/>
              <a:ext cx="430214" cy="4302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17" name="Shape 617"/>
            <p:cNvSpPr/>
            <p:nvPr/>
          </p:nvSpPr>
          <p:spPr>
            <a:xfrm>
              <a:off x="8077200" y="0"/>
              <a:ext cx="430213" cy="4302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18" name="Shape 618"/>
            <p:cNvSpPr/>
            <p:nvPr/>
          </p:nvSpPr>
          <p:spPr>
            <a:xfrm>
              <a:off x="13779500" y="6210300"/>
              <a:ext cx="430213" cy="4302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10800"/>
                  </a:moveTo>
                  <a:lnTo>
                    <a:pt x="0" y="0"/>
                  </a:lnTo>
                  <a:lnTo>
                    <a:pt x="0" y="21600"/>
                  </a:lnTo>
                  <a:cubicBezTo>
                    <a:pt x="0" y="21600"/>
                    <a:pt x="21600" y="10800"/>
                    <a:pt x="21600" y="108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19" name="Shape 619"/>
            <p:cNvSpPr/>
            <p:nvPr/>
          </p:nvSpPr>
          <p:spPr>
            <a:xfrm>
              <a:off x="12890500" y="9309100"/>
              <a:ext cx="430213" cy="4302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10800"/>
                  </a:moveTo>
                  <a:lnTo>
                    <a:pt x="0" y="0"/>
                  </a:lnTo>
                  <a:lnTo>
                    <a:pt x="0" y="21600"/>
                  </a:lnTo>
                  <a:cubicBezTo>
                    <a:pt x="0" y="21600"/>
                    <a:pt x="21600" y="10800"/>
                    <a:pt x="21600" y="108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20" name="Shape 620"/>
            <p:cNvSpPr/>
            <p:nvPr/>
          </p:nvSpPr>
          <p:spPr>
            <a:xfrm>
              <a:off x="13754100" y="0"/>
              <a:ext cx="430213" cy="4302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10800"/>
                  </a:moveTo>
                  <a:lnTo>
                    <a:pt x="0" y="0"/>
                  </a:lnTo>
                  <a:lnTo>
                    <a:pt x="0" y="21600"/>
                  </a:lnTo>
                  <a:cubicBezTo>
                    <a:pt x="0" y="21600"/>
                    <a:pt x="21600" y="10800"/>
                    <a:pt x="21600" y="108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21" name="Shape 621"/>
            <p:cNvSpPr/>
            <p:nvPr/>
          </p:nvSpPr>
          <p:spPr>
            <a:xfrm>
              <a:off x="13589000" y="3111500"/>
              <a:ext cx="430213" cy="4302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10800"/>
                  </a:moveTo>
                  <a:lnTo>
                    <a:pt x="0" y="0"/>
                  </a:lnTo>
                  <a:lnTo>
                    <a:pt x="0" y="21600"/>
                  </a:lnTo>
                  <a:cubicBezTo>
                    <a:pt x="0" y="21600"/>
                    <a:pt x="21600" y="10800"/>
                    <a:pt x="21600" y="108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22" name="Shape 622"/>
            <p:cNvSpPr/>
            <p:nvPr/>
          </p:nvSpPr>
          <p:spPr>
            <a:xfrm>
              <a:off x="19977100" y="9309100"/>
              <a:ext cx="430213" cy="4302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23" name="Shape 623"/>
            <p:cNvSpPr/>
            <p:nvPr/>
          </p:nvSpPr>
          <p:spPr>
            <a:xfrm>
              <a:off x="15557500" y="0"/>
              <a:ext cx="430213" cy="4302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24" name="Shape 624"/>
            <p:cNvSpPr/>
            <p:nvPr/>
          </p:nvSpPr>
          <p:spPr>
            <a:xfrm>
              <a:off x="13741400" y="3111500"/>
              <a:ext cx="430213" cy="43021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25" name="Shape 625"/>
            <p:cNvSpPr/>
            <p:nvPr/>
          </p:nvSpPr>
          <p:spPr>
            <a:xfrm>
              <a:off x="20713700" y="3111500"/>
              <a:ext cx="430213" cy="43021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26" name="Shape 626"/>
            <p:cNvSpPr/>
            <p:nvPr/>
          </p:nvSpPr>
          <p:spPr>
            <a:xfrm>
              <a:off x="15722600" y="6210300"/>
              <a:ext cx="430213" cy="4302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27" name="Shape 627"/>
            <p:cNvSpPr/>
            <p:nvPr/>
          </p:nvSpPr>
          <p:spPr>
            <a:xfrm>
              <a:off x="16383000" y="9309100"/>
              <a:ext cx="430213" cy="4302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10800"/>
                  </a:moveTo>
                  <a:lnTo>
                    <a:pt x="0" y="0"/>
                  </a:lnTo>
                  <a:lnTo>
                    <a:pt x="0" y="21600"/>
                  </a:lnTo>
                  <a:cubicBezTo>
                    <a:pt x="0" y="21600"/>
                    <a:pt x="21600" y="10800"/>
                    <a:pt x="21600" y="108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28" name="Shape 628"/>
            <p:cNvSpPr/>
            <p:nvPr/>
          </p:nvSpPr>
          <p:spPr>
            <a:xfrm>
              <a:off x="21234400" y="9309100"/>
              <a:ext cx="430213" cy="4302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629" name="Shape 629"/>
          <p:cNvSpPr txBox="1">
            <a:spLocks noGrp="1"/>
          </p:cNvSpPr>
          <p:nvPr>
            <p:ph type="sldNum" idx="12"/>
          </p:nvPr>
        </p:nvSpPr>
        <p:spPr>
          <a:xfrm>
            <a:off x="17474063" y="12481869"/>
            <a:ext cx="56892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_Title Slide">
  <p:cSld name="7_Title Slide">
    <p:bg>
      <p:bgPr>
        <a:solidFill>
          <a:schemeClr val="accent4"/>
        </a:solidFill>
        <a:effectLst/>
      </p:bgPr>
    </p:bg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1" name="Shape 631"/>
          <p:cNvGrpSpPr/>
          <p:nvPr/>
        </p:nvGrpSpPr>
        <p:grpSpPr>
          <a:xfrm>
            <a:off x="1664459" y="0"/>
            <a:ext cx="21515671" cy="12396789"/>
            <a:chOff x="0" y="0"/>
            <a:chExt cx="21505862" cy="12396788"/>
          </a:xfrm>
        </p:grpSpPr>
        <p:sp>
          <p:nvSpPr>
            <p:cNvPr id="632" name="Shape 632"/>
            <p:cNvSpPr/>
            <p:nvPr/>
          </p:nvSpPr>
          <p:spPr>
            <a:xfrm>
              <a:off x="21462998" y="11404600"/>
              <a:ext cx="30164" cy="9921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33" name="Shape 633"/>
            <p:cNvSpPr/>
            <p:nvPr/>
          </p:nvSpPr>
          <p:spPr>
            <a:xfrm>
              <a:off x="21475698" y="3733800"/>
              <a:ext cx="30164" cy="47053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34" name="Shape 634"/>
            <p:cNvSpPr/>
            <p:nvPr/>
          </p:nvSpPr>
          <p:spPr>
            <a:xfrm>
              <a:off x="20370798" y="0"/>
              <a:ext cx="30164" cy="984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35" name="Shape 635"/>
            <p:cNvSpPr/>
            <p:nvPr/>
          </p:nvSpPr>
          <p:spPr>
            <a:xfrm>
              <a:off x="18427698" y="11404600"/>
              <a:ext cx="30164" cy="9921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36" name="Shape 636"/>
            <p:cNvSpPr/>
            <p:nvPr/>
          </p:nvSpPr>
          <p:spPr>
            <a:xfrm>
              <a:off x="18351498" y="3962400"/>
              <a:ext cx="30164" cy="47053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37" name="Shape 637"/>
            <p:cNvSpPr/>
            <p:nvPr/>
          </p:nvSpPr>
          <p:spPr>
            <a:xfrm>
              <a:off x="14630400" y="88900"/>
              <a:ext cx="30163" cy="10699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38" name="Shape 638"/>
            <p:cNvSpPr/>
            <p:nvPr/>
          </p:nvSpPr>
          <p:spPr>
            <a:xfrm>
              <a:off x="15392400" y="11379200"/>
              <a:ext cx="30163" cy="9921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39" name="Shape 639"/>
            <p:cNvSpPr/>
            <p:nvPr/>
          </p:nvSpPr>
          <p:spPr>
            <a:xfrm>
              <a:off x="14820900" y="3987800"/>
              <a:ext cx="30163" cy="47053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40" name="Shape 640"/>
            <p:cNvSpPr/>
            <p:nvPr/>
          </p:nvSpPr>
          <p:spPr>
            <a:xfrm>
              <a:off x="15392400" y="266700"/>
              <a:ext cx="30163" cy="10699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41" name="Shape 641"/>
            <p:cNvSpPr/>
            <p:nvPr/>
          </p:nvSpPr>
          <p:spPr>
            <a:xfrm>
              <a:off x="12357100" y="11404600"/>
              <a:ext cx="30163" cy="9921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42" name="Shape 642"/>
            <p:cNvSpPr/>
            <p:nvPr/>
          </p:nvSpPr>
          <p:spPr>
            <a:xfrm>
              <a:off x="12369800" y="3987800"/>
              <a:ext cx="30163" cy="47053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43" name="Shape 643"/>
            <p:cNvSpPr/>
            <p:nvPr/>
          </p:nvSpPr>
          <p:spPr>
            <a:xfrm>
              <a:off x="11887200" y="228600"/>
              <a:ext cx="30163" cy="10699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44" name="Shape 644"/>
            <p:cNvSpPr/>
            <p:nvPr/>
          </p:nvSpPr>
          <p:spPr>
            <a:xfrm>
              <a:off x="8750300" y="11404600"/>
              <a:ext cx="30163" cy="9921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45" name="Shape 645"/>
            <p:cNvSpPr/>
            <p:nvPr/>
          </p:nvSpPr>
          <p:spPr>
            <a:xfrm>
              <a:off x="9321800" y="3797300"/>
              <a:ext cx="30163" cy="47053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46" name="Shape 646"/>
            <p:cNvSpPr/>
            <p:nvPr/>
          </p:nvSpPr>
          <p:spPr>
            <a:xfrm>
              <a:off x="9296400" y="152400"/>
              <a:ext cx="30163" cy="10699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47" name="Shape 647"/>
            <p:cNvSpPr/>
            <p:nvPr/>
          </p:nvSpPr>
          <p:spPr>
            <a:xfrm>
              <a:off x="2806700" y="11391900"/>
              <a:ext cx="30164" cy="9921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48" name="Shape 648"/>
            <p:cNvSpPr/>
            <p:nvPr/>
          </p:nvSpPr>
          <p:spPr>
            <a:xfrm>
              <a:off x="6299200" y="3987800"/>
              <a:ext cx="30163" cy="47053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49" name="Shape 649"/>
            <p:cNvSpPr/>
            <p:nvPr/>
          </p:nvSpPr>
          <p:spPr>
            <a:xfrm>
              <a:off x="6261100" y="0"/>
              <a:ext cx="30163" cy="9747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50" name="Shape 650"/>
            <p:cNvSpPr/>
            <p:nvPr/>
          </p:nvSpPr>
          <p:spPr>
            <a:xfrm>
              <a:off x="3213100" y="10972800"/>
              <a:ext cx="30164" cy="9921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51" name="Shape 651"/>
            <p:cNvSpPr/>
            <p:nvPr/>
          </p:nvSpPr>
          <p:spPr>
            <a:xfrm>
              <a:off x="3352800" y="254000"/>
              <a:ext cx="30164" cy="10699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52" name="Shape 652"/>
            <p:cNvSpPr/>
            <p:nvPr/>
          </p:nvSpPr>
          <p:spPr>
            <a:xfrm>
              <a:off x="0" y="11379200"/>
              <a:ext cx="30164" cy="992188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53" name="Shape 653"/>
            <p:cNvSpPr/>
            <p:nvPr/>
          </p:nvSpPr>
          <p:spPr>
            <a:xfrm>
              <a:off x="114300" y="3987800"/>
              <a:ext cx="30164" cy="470535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54" name="Shape 654"/>
            <p:cNvSpPr/>
            <p:nvPr/>
          </p:nvSpPr>
          <p:spPr>
            <a:xfrm>
              <a:off x="177800" y="254000"/>
              <a:ext cx="30164" cy="10699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655" name="Shape 655"/>
          <p:cNvSpPr txBox="1">
            <a:spLocks noGrp="1"/>
          </p:cNvSpPr>
          <p:nvPr>
            <p:ph type="title"/>
          </p:nvPr>
        </p:nvSpPr>
        <p:spPr>
          <a:xfrm>
            <a:off x="1375567" y="1957148"/>
            <a:ext cx="15632335" cy="4775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6" name="Shape 656"/>
          <p:cNvSpPr txBox="1">
            <a:spLocks noGrp="1"/>
          </p:cNvSpPr>
          <p:nvPr>
            <p:ph type="body" idx="1"/>
          </p:nvPr>
        </p:nvSpPr>
        <p:spPr>
          <a:xfrm>
            <a:off x="7649297" y="6222897"/>
            <a:ext cx="6897911" cy="2405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657" name="Shape 657"/>
          <p:cNvGrpSpPr/>
          <p:nvPr/>
        </p:nvGrpSpPr>
        <p:grpSpPr>
          <a:xfrm>
            <a:off x="2086634" y="10446471"/>
            <a:ext cx="1396624" cy="1395987"/>
            <a:chOff x="0" y="0"/>
            <a:chExt cx="1395985" cy="1395985"/>
          </a:xfrm>
        </p:grpSpPr>
        <p:sp>
          <p:nvSpPr>
            <p:cNvPr id="658" name="Shape 658"/>
            <p:cNvSpPr/>
            <p:nvPr/>
          </p:nvSpPr>
          <p:spPr>
            <a:xfrm>
              <a:off x="0" y="0"/>
              <a:ext cx="1395985" cy="139598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59" name="Shape 659"/>
            <p:cNvSpPr/>
            <p:nvPr/>
          </p:nvSpPr>
          <p:spPr>
            <a:xfrm>
              <a:off x="251184" y="256109"/>
              <a:ext cx="920704" cy="880390"/>
            </a:xfrm>
            <a:custGeom>
              <a:avLst/>
              <a:gdLst/>
              <a:ahLst/>
              <a:cxnLst/>
              <a:rect l="0" t="0" r="0" b="0"/>
              <a:pathLst>
                <a:path w="21600" h="21458" extrusionOk="0">
                  <a:moveTo>
                    <a:pt x="16952" y="15509"/>
                  </a:moveTo>
                  <a:lnTo>
                    <a:pt x="21600" y="10680"/>
                  </a:lnTo>
                  <a:lnTo>
                    <a:pt x="20270" y="9299"/>
                  </a:lnTo>
                  <a:lnTo>
                    <a:pt x="15965" y="13772"/>
                  </a:lnTo>
                  <a:lnTo>
                    <a:pt x="14953" y="12721"/>
                  </a:lnTo>
                  <a:lnTo>
                    <a:pt x="13624" y="14101"/>
                  </a:lnTo>
                  <a:lnTo>
                    <a:pt x="14978" y="15509"/>
                  </a:lnTo>
                  <a:cubicBezTo>
                    <a:pt x="15523" y="16075"/>
                    <a:pt x="16407" y="16075"/>
                    <a:pt x="16952" y="15509"/>
                  </a:cubicBezTo>
                  <a:moveTo>
                    <a:pt x="19010" y="6901"/>
                  </a:moveTo>
                  <a:lnTo>
                    <a:pt x="20782" y="5059"/>
                  </a:lnTo>
                  <a:lnTo>
                    <a:pt x="19010" y="3217"/>
                  </a:lnTo>
                  <a:lnTo>
                    <a:pt x="18177" y="4082"/>
                  </a:lnTo>
                  <a:lnTo>
                    <a:pt x="13753" y="4082"/>
                  </a:lnTo>
                  <a:lnTo>
                    <a:pt x="12920" y="3217"/>
                  </a:lnTo>
                  <a:lnTo>
                    <a:pt x="11148" y="5059"/>
                  </a:lnTo>
                  <a:lnTo>
                    <a:pt x="12920" y="6901"/>
                  </a:lnTo>
                  <a:lnTo>
                    <a:pt x="13753" y="6036"/>
                  </a:lnTo>
                  <a:lnTo>
                    <a:pt x="15025" y="6036"/>
                  </a:lnTo>
                  <a:lnTo>
                    <a:pt x="15025" y="8650"/>
                  </a:lnTo>
                  <a:cubicBezTo>
                    <a:pt x="15602" y="8295"/>
                    <a:pt x="16328" y="8294"/>
                    <a:pt x="16905" y="8650"/>
                  </a:cubicBezTo>
                  <a:lnTo>
                    <a:pt x="16905" y="6036"/>
                  </a:lnTo>
                  <a:lnTo>
                    <a:pt x="18177" y="6036"/>
                  </a:lnTo>
                  <a:cubicBezTo>
                    <a:pt x="18177" y="6036"/>
                    <a:pt x="19010" y="6901"/>
                    <a:pt x="19010" y="6901"/>
                  </a:cubicBezTo>
                  <a:close/>
                  <a:moveTo>
                    <a:pt x="15965" y="3684"/>
                  </a:moveTo>
                  <a:lnTo>
                    <a:pt x="17738" y="1843"/>
                  </a:lnTo>
                  <a:lnTo>
                    <a:pt x="15965" y="0"/>
                  </a:lnTo>
                  <a:lnTo>
                    <a:pt x="14192" y="1843"/>
                  </a:lnTo>
                  <a:cubicBezTo>
                    <a:pt x="14192" y="1843"/>
                    <a:pt x="15965" y="3684"/>
                    <a:pt x="15965" y="3684"/>
                  </a:cubicBezTo>
                  <a:close/>
                  <a:moveTo>
                    <a:pt x="11660" y="9299"/>
                  </a:moveTo>
                  <a:lnTo>
                    <a:pt x="10331" y="10680"/>
                  </a:lnTo>
                  <a:lnTo>
                    <a:pt x="11660" y="12061"/>
                  </a:lnTo>
                  <a:lnTo>
                    <a:pt x="12989" y="10680"/>
                  </a:lnTo>
                  <a:cubicBezTo>
                    <a:pt x="12989" y="10680"/>
                    <a:pt x="11660" y="9299"/>
                    <a:pt x="11660" y="9299"/>
                  </a:cubicBezTo>
                  <a:close/>
                  <a:moveTo>
                    <a:pt x="8282" y="17567"/>
                  </a:moveTo>
                  <a:cubicBezTo>
                    <a:pt x="8282" y="15877"/>
                    <a:pt x="7291" y="14733"/>
                    <a:pt x="5701" y="14733"/>
                  </a:cubicBezTo>
                  <a:lnTo>
                    <a:pt x="122" y="14733"/>
                  </a:lnTo>
                  <a:lnTo>
                    <a:pt x="122" y="16550"/>
                  </a:lnTo>
                  <a:lnTo>
                    <a:pt x="5676" y="16550"/>
                  </a:lnTo>
                  <a:cubicBezTo>
                    <a:pt x="6324" y="16550"/>
                    <a:pt x="6728" y="16944"/>
                    <a:pt x="6728" y="17567"/>
                  </a:cubicBezTo>
                  <a:cubicBezTo>
                    <a:pt x="6728" y="18202"/>
                    <a:pt x="6324" y="18583"/>
                    <a:pt x="5676" y="18583"/>
                  </a:cubicBezTo>
                  <a:lnTo>
                    <a:pt x="122" y="18583"/>
                  </a:lnTo>
                  <a:lnTo>
                    <a:pt x="122" y="20401"/>
                  </a:lnTo>
                  <a:lnTo>
                    <a:pt x="5701" y="20401"/>
                  </a:lnTo>
                  <a:cubicBezTo>
                    <a:pt x="7291" y="20401"/>
                    <a:pt x="8282" y="19257"/>
                    <a:pt x="8282" y="17567"/>
                  </a:cubicBezTo>
                  <a:moveTo>
                    <a:pt x="8282" y="3811"/>
                  </a:moveTo>
                  <a:cubicBezTo>
                    <a:pt x="8282" y="2032"/>
                    <a:pt x="7242" y="1015"/>
                    <a:pt x="5762" y="1015"/>
                  </a:cubicBezTo>
                  <a:cubicBezTo>
                    <a:pt x="4282" y="1015"/>
                    <a:pt x="3768" y="2006"/>
                    <a:pt x="3389" y="3049"/>
                  </a:cubicBezTo>
                  <a:lnTo>
                    <a:pt x="3009" y="4091"/>
                  </a:lnTo>
                  <a:cubicBezTo>
                    <a:pt x="2801" y="4663"/>
                    <a:pt x="2447" y="4764"/>
                    <a:pt x="2214" y="4764"/>
                  </a:cubicBezTo>
                  <a:cubicBezTo>
                    <a:pt x="1774" y="4764"/>
                    <a:pt x="1443" y="4434"/>
                    <a:pt x="1443" y="3849"/>
                  </a:cubicBezTo>
                  <a:cubicBezTo>
                    <a:pt x="1443" y="3277"/>
                    <a:pt x="1811" y="2896"/>
                    <a:pt x="2385" y="2896"/>
                  </a:cubicBezTo>
                  <a:lnTo>
                    <a:pt x="2606" y="2896"/>
                  </a:lnTo>
                  <a:lnTo>
                    <a:pt x="2606" y="1193"/>
                  </a:lnTo>
                  <a:lnTo>
                    <a:pt x="2422" y="1193"/>
                  </a:lnTo>
                  <a:cubicBezTo>
                    <a:pt x="930" y="1193"/>
                    <a:pt x="0" y="2261"/>
                    <a:pt x="0" y="3849"/>
                  </a:cubicBezTo>
                  <a:cubicBezTo>
                    <a:pt x="0" y="5514"/>
                    <a:pt x="1101" y="6480"/>
                    <a:pt x="2324" y="6480"/>
                  </a:cubicBezTo>
                  <a:cubicBezTo>
                    <a:pt x="3499" y="6480"/>
                    <a:pt x="4196" y="5845"/>
                    <a:pt x="4636" y="4637"/>
                  </a:cubicBezTo>
                  <a:lnTo>
                    <a:pt x="5065" y="3468"/>
                  </a:lnTo>
                  <a:cubicBezTo>
                    <a:pt x="5260" y="2947"/>
                    <a:pt x="5529" y="2743"/>
                    <a:pt x="5933" y="2743"/>
                  </a:cubicBezTo>
                  <a:cubicBezTo>
                    <a:pt x="6496" y="2743"/>
                    <a:pt x="6826" y="3125"/>
                    <a:pt x="6826" y="3811"/>
                  </a:cubicBezTo>
                  <a:cubicBezTo>
                    <a:pt x="6826" y="4497"/>
                    <a:pt x="6520" y="4917"/>
                    <a:pt x="5872" y="4917"/>
                  </a:cubicBezTo>
                  <a:lnTo>
                    <a:pt x="5578" y="4917"/>
                  </a:lnTo>
                  <a:lnTo>
                    <a:pt x="5578" y="6633"/>
                  </a:lnTo>
                  <a:lnTo>
                    <a:pt x="5860" y="6633"/>
                  </a:lnTo>
                  <a:cubicBezTo>
                    <a:pt x="7352" y="6633"/>
                    <a:pt x="8282" y="5438"/>
                    <a:pt x="8282" y="3811"/>
                  </a:cubicBezTo>
                  <a:moveTo>
                    <a:pt x="1676" y="7753"/>
                  </a:moveTo>
                  <a:lnTo>
                    <a:pt x="122" y="7753"/>
                  </a:lnTo>
                  <a:lnTo>
                    <a:pt x="122" y="13129"/>
                  </a:lnTo>
                  <a:lnTo>
                    <a:pt x="1676" y="13129"/>
                  </a:lnTo>
                  <a:lnTo>
                    <a:pt x="1676" y="11350"/>
                  </a:lnTo>
                  <a:lnTo>
                    <a:pt x="8159" y="11350"/>
                  </a:lnTo>
                  <a:lnTo>
                    <a:pt x="8159" y="9533"/>
                  </a:lnTo>
                  <a:lnTo>
                    <a:pt x="1676" y="9533"/>
                  </a:lnTo>
                  <a:cubicBezTo>
                    <a:pt x="1676" y="9533"/>
                    <a:pt x="1676" y="7753"/>
                    <a:pt x="1676" y="7753"/>
                  </a:cubicBezTo>
                  <a:close/>
                  <a:moveTo>
                    <a:pt x="14978" y="9273"/>
                  </a:moveTo>
                  <a:lnTo>
                    <a:pt x="10331" y="14101"/>
                  </a:lnTo>
                  <a:lnTo>
                    <a:pt x="11660" y="15483"/>
                  </a:lnTo>
                  <a:lnTo>
                    <a:pt x="15965" y="11009"/>
                  </a:lnTo>
                  <a:lnTo>
                    <a:pt x="16978" y="12061"/>
                  </a:lnTo>
                  <a:lnTo>
                    <a:pt x="18307" y="10680"/>
                  </a:lnTo>
                  <a:lnTo>
                    <a:pt x="16952" y="9273"/>
                  </a:lnTo>
                  <a:cubicBezTo>
                    <a:pt x="16407" y="8707"/>
                    <a:pt x="15523" y="8707"/>
                    <a:pt x="14978" y="9273"/>
                  </a:cubicBezTo>
                  <a:moveTo>
                    <a:pt x="12294" y="15483"/>
                  </a:moveTo>
                  <a:lnTo>
                    <a:pt x="10964" y="16864"/>
                  </a:lnTo>
                  <a:lnTo>
                    <a:pt x="12319" y="18271"/>
                  </a:lnTo>
                  <a:cubicBezTo>
                    <a:pt x="12864" y="18838"/>
                    <a:pt x="13748" y="18838"/>
                    <a:pt x="14293" y="18271"/>
                  </a:cubicBezTo>
                  <a:lnTo>
                    <a:pt x="15648" y="16863"/>
                  </a:lnTo>
                  <a:lnTo>
                    <a:pt x="14319" y="15483"/>
                  </a:lnTo>
                  <a:lnTo>
                    <a:pt x="13307" y="16534"/>
                  </a:lnTo>
                  <a:cubicBezTo>
                    <a:pt x="13307" y="16534"/>
                    <a:pt x="12294" y="15483"/>
                    <a:pt x="12294" y="15483"/>
                  </a:cubicBezTo>
                  <a:close/>
                  <a:moveTo>
                    <a:pt x="14953" y="18245"/>
                  </a:moveTo>
                  <a:lnTo>
                    <a:pt x="13623" y="19626"/>
                  </a:lnTo>
                  <a:lnTo>
                    <a:pt x="14978" y="21033"/>
                  </a:lnTo>
                  <a:cubicBezTo>
                    <a:pt x="15523" y="21600"/>
                    <a:pt x="16407" y="21600"/>
                    <a:pt x="16952" y="21033"/>
                  </a:cubicBezTo>
                  <a:lnTo>
                    <a:pt x="18307" y="19626"/>
                  </a:lnTo>
                  <a:lnTo>
                    <a:pt x="16978" y="18245"/>
                  </a:lnTo>
                  <a:lnTo>
                    <a:pt x="15965" y="19296"/>
                  </a:lnTo>
                  <a:cubicBezTo>
                    <a:pt x="15965" y="19296"/>
                    <a:pt x="14953" y="18245"/>
                    <a:pt x="14953" y="18245"/>
                  </a:cubicBezTo>
                  <a:close/>
                  <a:moveTo>
                    <a:pt x="20271" y="15483"/>
                  </a:moveTo>
                  <a:lnTo>
                    <a:pt x="21600" y="14101"/>
                  </a:lnTo>
                  <a:lnTo>
                    <a:pt x="20270" y="12720"/>
                  </a:lnTo>
                  <a:lnTo>
                    <a:pt x="18941" y="14101"/>
                  </a:lnTo>
                  <a:cubicBezTo>
                    <a:pt x="18941" y="14101"/>
                    <a:pt x="20271" y="15483"/>
                    <a:pt x="20271" y="15483"/>
                  </a:cubicBezTo>
                  <a:close/>
                  <a:moveTo>
                    <a:pt x="17637" y="18271"/>
                  </a:moveTo>
                  <a:cubicBezTo>
                    <a:pt x="18182" y="18838"/>
                    <a:pt x="19066" y="18838"/>
                    <a:pt x="19612" y="18271"/>
                  </a:cubicBezTo>
                  <a:lnTo>
                    <a:pt x="20966" y="16864"/>
                  </a:lnTo>
                  <a:lnTo>
                    <a:pt x="19636" y="15483"/>
                  </a:lnTo>
                  <a:lnTo>
                    <a:pt x="18624" y="16534"/>
                  </a:lnTo>
                  <a:lnTo>
                    <a:pt x="17611" y="15483"/>
                  </a:lnTo>
                  <a:lnTo>
                    <a:pt x="16282" y="16863"/>
                  </a:lnTo>
                  <a:cubicBezTo>
                    <a:pt x="16282" y="16863"/>
                    <a:pt x="17637" y="18271"/>
                    <a:pt x="17637" y="1827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660" name="Shape 660"/>
          <p:cNvSpPr txBox="1">
            <a:spLocks noGrp="1"/>
          </p:cNvSpPr>
          <p:nvPr>
            <p:ph type="sldNum" idx="12"/>
          </p:nvPr>
        </p:nvSpPr>
        <p:spPr>
          <a:xfrm>
            <a:off x="17474063" y="12481869"/>
            <a:ext cx="56892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9_Title Slide">
  <p:cSld name="9_Title Slide">
    <p:bg>
      <p:bgPr>
        <a:solidFill>
          <a:schemeClr val="accent4"/>
        </a:solidFill>
        <a:effectLst/>
      </p:bgPr>
    </p:bg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Shape 682"/>
          <p:cNvSpPr txBox="1">
            <a:spLocks noGrp="1"/>
          </p:cNvSpPr>
          <p:nvPr>
            <p:ph type="title"/>
          </p:nvPr>
        </p:nvSpPr>
        <p:spPr>
          <a:xfrm>
            <a:off x="1399502" y="1986150"/>
            <a:ext cx="14313825" cy="5647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3" name="Shape 683"/>
          <p:cNvSpPr txBox="1">
            <a:spLocks noGrp="1"/>
          </p:cNvSpPr>
          <p:nvPr>
            <p:ph type="body" idx="1"/>
          </p:nvPr>
        </p:nvSpPr>
        <p:spPr>
          <a:xfrm>
            <a:off x="3464195" y="7634132"/>
            <a:ext cx="6962026" cy="4734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684" name="Shape 684"/>
          <p:cNvGrpSpPr/>
          <p:nvPr/>
        </p:nvGrpSpPr>
        <p:grpSpPr>
          <a:xfrm>
            <a:off x="1399502" y="11145602"/>
            <a:ext cx="1396624" cy="1395987"/>
            <a:chOff x="0" y="0"/>
            <a:chExt cx="1395985" cy="1395985"/>
          </a:xfrm>
        </p:grpSpPr>
        <p:sp>
          <p:nvSpPr>
            <p:cNvPr id="685" name="Shape 685"/>
            <p:cNvSpPr/>
            <p:nvPr/>
          </p:nvSpPr>
          <p:spPr>
            <a:xfrm>
              <a:off x="0" y="0"/>
              <a:ext cx="1395985" cy="139598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86" name="Shape 686"/>
            <p:cNvSpPr/>
            <p:nvPr/>
          </p:nvSpPr>
          <p:spPr>
            <a:xfrm>
              <a:off x="251184" y="256109"/>
              <a:ext cx="920704" cy="880390"/>
            </a:xfrm>
            <a:custGeom>
              <a:avLst/>
              <a:gdLst/>
              <a:ahLst/>
              <a:cxnLst/>
              <a:rect l="0" t="0" r="0" b="0"/>
              <a:pathLst>
                <a:path w="21600" h="21458" extrusionOk="0">
                  <a:moveTo>
                    <a:pt x="16952" y="15509"/>
                  </a:moveTo>
                  <a:lnTo>
                    <a:pt x="21600" y="10680"/>
                  </a:lnTo>
                  <a:lnTo>
                    <a:pt x="20270" y="9299"/>
                  </a:lnTo>
                  <a:lnTo>
                    <a:pt x="15965" y="13772"/>
                  </a:lnTo>
                  <a:lnTo>
                    <a:pt x="14953" y="12721"/>
                  </a:lnTo>
                  <a:lnTo>
                    <a:pt x="13624" y="14101"/>
                  </a:lnTo>
                  <a:lnTo>
                    <a:pt x="14978" y="15509"/>
                  </a:lnTo>
                  <a:cubicBezTo>
                    <a:pt x="15523" y="16075"/>
                    <a:pt x="16407" y="16075"/>
                    <a:pt x="16952" y="15509"/>
                  </a:cubicBezTo>
                  <a:moveTo>
                    <a:pt x="19010" y="6901"/>
                  </a:moveTo>
                  <a:lnTo>
                    <a:pt x="20782" y="5059"/>
                  </a:lnTo>
                  <a:lnTo>
                    <a:pt x="19010" y="3217"/>
                  </a:lnTo>
                  <a:lnTo>
                    <a:pt x="18177" y="4082"/>
                  </a:lnTo>
                  <a:lnTo>
                    <a:pt x="13753" y="4082"/>
                  </a:lnTo>
                  <a:lnTo>
                    <a:pt x="12920" y="3217"/>
                  </a:lnTo>
                  <a:lnTo>
                    <a:pt x="11148" y="5059"/>
                  </a:lnTo>
                  <a:lnTo>
                    <a:pt x="12920" y="6901"/>
                  </a:lnTo>
                  <a:lnTo>
                    <a:pt x="13753" y="6036"/>
                  </a:lnTo>
                  <a:lnTo>
                    <a:pt x="15025" y="6036"/>
                  </a:lnTo>
                  <a:lnTo>
                    <a:pt x="15025" y="8650"/>
                  </a:lnTo>
                  <a:cubicBezTo>
                    <a:pt x="15602" y="8295"/>
                    <a:pt x="16328" y="8294"/>
                    <a:pt x="16905" y="8650"/>
                  </a:cubicBezTo>
                  <a:lnTo>
                    <a:pt x="16905" y="6036"/>
                  </a:lnTo>
                  <a:lnTo>
                    <a:pt x="18177" y="6036"/>
                  </a:lnTo>
                  <a:cubicBezTo>
                    <a:pt x="18177" y="6036"/>
                    <a:pt x="19010" y="6901"/>
                    <a:pt x="19010" y="6901"/>
                  </a:cubicBezTo>
                  <a:close/>
                  <a:moveTo>
                    <a:pt x="15965" y="3684"/>
                  </a:moveTo>
                  <a:lnTo>
                    <a:pt x="17738" y="1843"/>
                  </a:lnTo>
                  <a:lnTo>
                    <a:pt x="15965" y="0"/>
                  </a:lnTo>
                  <a:lnTo>
                    <a:pt x="14192" y="1843"/>
                  </a:lnTo>
                  <a:cubicBezTo>
                    <a:pt x="14192" y="1843"/>
                    <a:pt x="15965" y="3684"/>
                    <a:pt x="15965" y="3684"/>
                  </a:cubicBezTo>
                  <a:close/>
                  <a:moveTo>
                    <a:pt x="11660" y="9299"/>
                  </a:moveTo>
                  <a:lnTo>
                    <a:pt x="10331" y="10680"/>
                  </a:lnTo>
                  <a:lnTo>
                    <a:pt x="11660" y="12061"/>
                  </a:lnTo>
                  <a:lnTo>
                    <a:pt x="12989" y="10680"/>
                  </a:lnTo>
                  <a:cubicBezTo>
                    <a:pt x="12989" y="10680"/>
                    <a:pt x="11660" y="9299"/>
                    <a:pt x="11660" y="9299"/>
                  </a:cubicBezTo>
                  <a:close/>
                  <a:moveTo>
                    <a:pt x="8282" y="17567"/>
                  </a:moveTo>
                  <a:cubicBezTo>
                    <a:pt x="8282" y="15877"/>
                    <a:pt x="7291" y="14733"/>
                    <a:pt x="5701" y="14733"/>
                  </a:cubicBezTo>
                  <a:lnTo>
                    <a:pt x="122" y="14733"/>
                  </a:lnTo>
                  <a:lnTo>
                    <a:pt x="122" y="16550"/>
                  </a:lnTo>
                  <a:lnTo>
                    <a:pt x="5676" y="16550"/>
                  </a:lnTo>
                  <a:cubicBezTo>
                    <a:pt x="6324" y="16550"/>
                    <a:pt x="6728" y="16944"/>
                    <a:pt x="6728" y="17567"/>
                  </a:cubicBezTo>
                  <a:cubicBezTo>
                    <a:pt x="6728" y="18202"/>
                    <a:pt x="6324" y="18583"/>
                    <a:pt x="5676" y="18583"/>
                  </a:cubicBezTo>
                  <a:lnTo>
                    <a:pt x="122" y="18583"/>
                  </a:lnTo>
                  <a:lnTo>
                    <a:pt x="122" y="20401"/>
                  </a:lnTo>
                  <a:lnTo>
                    <a:pt x="5701" y="20401"/>
                  </a:lnTo>
                  <a:cubicBezTo>
                    <a:pt x="7291" y="20401"/>
                    <a:pt x="8282" y="19257"/>
                    <a:pt x="8282" y="17567"/>
                  </a:cubicBezTo>
                  <a:moveTo>
                    <a:pt x="8282" y="3811"/>
                  </a:moveTo>
                  <a:cubicBezTo>
                    <a:pt x="8282" y="2032"/>
                    <a:pt x="7242" y="1015"/>
                    <a:pt x="5762" y="1015"/>
                  </a:cubicBezTo>
                  <a:cubicBezTo>
                    <a:pt x="4282" y="1015"/>
                    <a:pt x="3768" y="2006"/>
                    <a:pt x="3389" y="3049"/>
                  </a:cubicBezTo>
                  <a:lnTo>
                    <a:pt x="3009" y="4091"/>
                  </a:lnTo>
                  <a:cubicBezTo>
                    <a:pt x="2801" y="4663"/>
                    <a:pt x="2447" y="4764"/>
                    <a:pt x="2214" y="4764"/>
                  </a:cubicBezTo>
                  <a:cubicBezTo>
                    <a:pt x="1774" y="4764"/>
                    <a:pt x="1443" y="4434"/>
                    <a:pt x="1443" y="3849"/>
                  </a:cubicBezTo>
                  <a:cubicBezTo>
                    <a:pt x="1443" y="3277"/>
                    <a:pt x="1811" y="2896"/>
                    <a:pt x="2385" y="2896"/>
                  </a:cubicBezTo>
                  <a:lnTo>
                    <a:pt x="2606" y="2896"/>
                  </a:lnTo>
                  <a:lnTo>
                    <a:pt x="2606" y="1193"/>
                  </a:lnTo>
                  <a:lnTo>
                    <a:pt x="2422" y="1193"/>
                  </a:lnTo>
                  <a:cubicBezTo>
                    <a:pt x="930" y="1193"/>
                    <a:pt x="0" y="2261"/>
                    <a:pt x="0" y="3849"/>
                  </a:cubicBezTo>
                  <a:cubicBezTo>
                    <a:pt x="0" y="5514"/>
                    <a:pt x="1101" y="6480"/>
                    <a:pt x="2324" y="6480"/>
                  </a:cubicBezTo>
                  <a:cubicBezTo>
                    <a:pt x="3499" y="6480"/>
                    <a:pt x="4196" y="5845"/>
                    <a:pt x="4636" y="4637"/>
                  </a:cubicBezTo>
                  <a:lnTo>
                    <a:pt x="5065" y="3468"/>
                  </a:lnTo>
                  <a:cubicBezTo>
                    <a:pt x="5260" y="2947"/>
                    <a:pt x="5529" y="2743"/>
                    <a:pt x="5933" y="2743"/>
                  </a:cubicBezTo>
                  <a:cubicBezTo>
                    <a:pt x="6496" y="2743"/>
                    <a:pt x="6826" y="3125"/>
                    <a:pt x="6826" y="3811"/>
                  </a:cubicBezTo>
                  <a:cubicBezTo>
                    <a:pt x="6826" y="4497"/>
                    <a:pt x="6520" y="4917"/>
                    <a:pt x="5872" y="4917"/>
                  </a:cubicBezTo>
                  <a:lnTo>
                    <a:pt x="5578" y="4917"/>
                  </a:lnTo>
                  <a:lnTo>
                    <a:pt x="5578" y="6633"/>
                  </a:lnTo>
                  <a:lnTo>
                    <a:pt x="5860" y="6633"/>
                  </a:lnTo>
                  <a:cubicBezTo>
                    <a:pt x="7352" y="6633"/>
                    <a:pt x="8282" y="5438"/>
                    <a:pt x="8282" y="3811"/>
                  </a:cubicBezTo>
                  <a:moveTo>
                    <a:pt x="1676" y="7753"/>
                  </a:moveTo>
                  <a:lnTo>
                    <a:pt x="122" y="7753"/>
                  </a:lnTo>
                  <a:lnTo>
                    <a:pt x="122" y="13129"/>
                  </a:lnTo>
                  <a:lnTo>
                    <a:pt x="1676" y="13129"/>
                  </a:lnTo>
                  <a:lnTo>
                    <a:pt x="1676" y="11350"/>
                  </a:lnTo>
                  <a:lnTo>
                    <a:pt x="8159" y="11350"/>
                  </a:lnTo>
                  <a:lnTo>
                    <a:pt x="8159" y="9533"/>
                  </a:lnTo>
                  <a:lnTo>
                    <a:pt x="1676" y="9533"/>
                  </a:lnTo>
                  <a:cubicBezTo>
                    <a:pt x="1676" y="9533"/>
                    <a:pt x="1676" y="7753"/>
                    <a:pt x="1676" y="7753"/>
                  </a:cubicBezTo>
                  <a:close/>
                  <a:moveTo>
                    <a:pt x="14978" y="9273"/>
                  </a:moveTo>
                  <a:lnTo>
                    <a:pt x="10331" y="14101"/>
                  </a:lnTo>
                  <a:lnTo>
                    <a:pt x="11660" y="15483"/>
                  </a:lnTo>
                  <a:lnTo>
                    <a:pt x="15965" y="11009"/>
                  </a:lnTo>
                  <a:lnTo>
                    <a:pt x="16978" y="12061"/>
                  </a:lnTo>
                  <a:lnTo>
                    <a:pt x="18307" y="10680"/>
                  </a:lnTo>
                  <a:lnTo>
                    <a:pt x="16952" y="9273"/>
                  </a:lnTo>
                  <a:cubicBezTo>
                    <a:pt x="16407" y="8707"/>
                    <a:pt x="15523" y="8707"/>
                    <a:pt x="14978" y="9273"/>
                  </a:cubicBezTo>
                  <a:moveTo>
                    <a:pt x="12294" y="15483"/>
                  </a:moveTo>
                  <a:lnTo>
                    <a:pt x="10964" y="16864"/>
                  </a:lnTo>
                  <a:lnTo>
                    <a:pt x="12319" y="18271"/>
                  </a:lnTo>
                  <a:cubicBezTo>
                    <a:pt x="12864" y="18838"/>
                    <a:pt x="13748" y="18838"/>
                    <a:pt x="14293" y="18271"/>
                  </a:cubicBezTo>
                  <a:lnTo>
                    <a:pt x="15648" y="16863"/>
                  </a:lnTo>
                  <a:lnTo>
                    <a:pt x="14319" y="15483"/>
                  </a:lnTo>
                  <a:lnTo>
                    <a:pt x="13307" y="16534"/>
                  </a:lnTo>
                  <a:cubicBezTo>
                    <a:pt x="13307" y="16534"/>
                    <a:pt x="12294" y="15483"/>
                    <a:pt x="12294" y="15483"/>
                  </a:cubicBezTo>
                  <a:close/>
                  <a:moveTo>
                    <a:pt x="14953" y="18245"/>
                  </a:moveTo>
                  <a:lnTo>
                    <a:pt x="13623" y="19626"/>
                  </a:lnTo>
                  <a:lnTo>
                    <a:pt x="14978" y="21033"/>
                  </a:lnTo>
                  <a:cubicBezTo>
                    <a:pt x="15523" y="21600"/>
                    <a:pt x="16407" y="21600"/>
                    <a:pt x="16952" y="21033"/>
                  </a:cubicBezTo>
                  <a:lnTo>
                    <a:pt x="18307" y="19626"/>
                  </a:lnTo>
                  <a:lnTo>
                    <a:pt x="16978" y="18245"/>
                  </a:lnTo>
                  <a:lnTo>
                    <a:pt x="15965" y="19296"/>
                  </a:lnTo>
                  <a:cubicBezTo>
                    <a:pt x="15965" y="19296"/>
                    <a:pt x="14953" y="18245"/>
                    <a:pt x="14953" y="18245"/>
                  </a:cubicBezTo>
                  <a:close/>
                  <a:moveTo>
                    <a:pt x="20271" y="15483"/>
                  </a:moveTo>
                  <a:lnTo>
                    <a:pt x="21600" y="14101"/>
                  </a:lnTo>
                  <a:lnTo>
                    <a:pt x="20270" y="12720"/>
                  </a:lnTo>
                  <a:lnTo>
                    <a:pt x="18941" y="14101"/>
                  </a:lnTo>
                  <a:cubicBezTo>
                    <a:pt x="18941" y="14101"/>
                    <a:pt x="20271" y="15483"/>
                    <a:pt x="20271" y="15483"/>
                  </a:cubicBezTo>
                  <a:close/>
                  <a:moveTo>
                    <a:pt x="17637" y="18271"/>
                  </a:moveTo>
                  <a:cubicBezTo>
                    <a:pt x="18182" y="18838"/>
                    <a:pt x="19066" y="18838"/>
                    <a:pt x="19612" y="18271"/>
                  </a:cubicBezTo>
                  <a:lnTo>
                    <a:pt x="20966" y="16864"/>
                  </a:lnTo>
                  <a:lnTo>
                    <a:pt x="19636" y="15483"/>
                  </a:lnTo>
                  <a:lnTo>
                    <a:pt x="18624" y="16534"/>
                  </a:lnTo>
                  <a:lnTo>
                    <a:pt x="17611" y="15483"/>
                  </a:lnTo>
                  <a:lnTo>
                    <a:pt x="16282" y="16863"/>
                  </a:lnTo>
                  <a:cubicBezTo>
                    <a:pt x="16282" y="16863"/>
                    <a:pt x="17637" y="18271"/>
                    <a:pt x="17637" y="1827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687" name="Shape 687"/>
          <p:cNvGrpSpPr/>
          <p:nvPr/>
        </p:nvGrpSpPr>
        <p:grpSpPr>
          <a:xfrm>
            <a:off x="17000347" y="23814"/>
            <a:ext cx="6594308" cy="13238164"/>
            <a:chOff x="-1" y="0"/>
            <a:chExt cx="6591301" cy="13238163"/>
          </a:xfrm>
        </p:grpSpPr>
        <p:sp>
          <p:nvSpPr>
            <p:cNvPr id="688" name="Shape 688"/>
            <p:cNvSpPr/>
            <p:nvPr/>
          </p:nvSpPr>
          <p:spPr>
            <a:xfrm>
              <a:off x="4851400" y="1296987"/>
              <a:ext cx="58739" cy="1793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89" name="Shape 689"/>
            <p:cNvSpPr/>
            <p:nvPr/>
          </p:nvSpPr>
          <p:spPr>
            <a:xfrm>
              <a:off x="-1" y="11977687"/>
              <a:ext cx="122239" cy="3698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90" name="Shape 690"/>
            <p:cNvSpPr/>
            <p:nvPr/>
          </p:nvSpPr>
          <p:spPr>
            <a:xfrm>
              <a:off x="1638300" y="12498387"/>
              <a:ext cx="57150" cy="1158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91" name="Shape 691"/>
            <p:cNvSpPr/>
            <p:nvPr/>
          </p:nvSpPr>
          <p:spPr>
            <a:xfrm>
              <a:off x="3238500" y="11723687"/>
              <a:ext cx="58739" cy="1762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92" name="Shape 692"/>
            <p:cNvSpPr/>
            <p:nvPr/>
          </p:nvSpPr>
          <p:spPr>
            <a:xfrm>
              <a:off x="4851400" y="12777787"/>
              <a:ext cx="58739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93" name="Shape 693"/>
            <p:cNvSpPr/>
            <p:nvPr/>
          </p:nvSpPr>
          <p:spPr>
            <a:xfrm>
              <a:off x="1524000" y="3506787"/>
              <a:ext cx="293689" cy="5873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94" name="Shape 694"/>
            <p:cNvSpPr/>
            <p:nvPr/>
          </p:nvSpPr>
          <p:spPr>
            <a:xfrm>
              <a:off x="6464300" y="6326187"/>
              <a:ext cx="57150" cy="1158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95" name="Shape 695"/>
            <p:cNvSpPr/>
            <p:nvPr/>
          </p:nvSpPr>
          <p:spPr>
            <a:xfrm>
              <a:off x="1498600" y="10339387"/>
              <a:ext cx="328614" cy="9890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96" name="Shape 696"/>
            <p:cNvSpPr/>
            <p:nvPr/>
          </p:nvSpPr>
          <p:spPr>
            <a:xfrm>
              <a:off x="1638300" y="1906587"/>
              <a:ext cx="58739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97" name="Shape 697"/>
            <p:cNvSpPr/>
            <p:nvPr/>
          </p:nvSpPr>
          <p:spPr>
            <a:xfrm>
              <a:off x="1638300" y="7748587"/>
              <a:ext cx="57150" cy="571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98" name="Shape 698"/>
            <p:cNvSpPr/>
            <p:nvPr/>
          </p:nvSpPr>
          <p:spPr>
            <a:xfrm>
              <a:off x="3238500" y="11469687"/>
              <a:ext cx="65089" cy="1317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99" name="Shape 699"/>
            <p:cNvSpPr/>
            <p:nvPr/>
          </p:nvSpPr>
          <p:spPr>
            <a:xfrm>
              <a:off x="4851400" y="13044487"/>
              <a:ext cx="63500" cy="1936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0" name="Shape 700"/>
            <p:cNvSpPr/>
            <p:nvPr/>
          </p:nvSpPr>
          <p:spPr>
            <a:xfrm>
              <a:off x="25399" y="11787187"/>
              <a:ext cx="57151" cy="571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1" name="Shape 701"/>
            <p:cNvSpPr/>
            <p:nvPr/>
          </p:nvSpPr>
          <p:spPr>
            <a:xfrm>
              <a:off x="4851400" y="6961187"/>
              <a:ext cx="61914" cy="1857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2" name="Shape 702"/>
            <p:cNvSpPr/>
            <p:nvPr/>
          </p:nvSpPr>
          <p:spPr>
            <a:xfrm>
              <a:off x="25399" y="6681787"/>
              <a:ext cx="60326" cy="603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3" name="Shape 703"/>
            <p:cNvSpPr/>
            <p:nvPr/>
          </p:nvSpPr>
          <p:spPr>
            <a:xfrm>
              <a:off x="3238500" y="9551987"/>
              <a:ext cx="61914" cy="1254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4" name="Shape 704"/>
            <p:cNvSpPr/>
            <p:nvPr/>
          </p:nvSpPr>
          <p:spPr>
            <a:xfrm>
              <a:off x="25399" y="11025187"/>
              <a:ext cx="60326" cy="603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5" name="Shape 705"/>
            <p:cNvSpPr/>
            <p:nvPr/>
          </p:nvSpPr>
          <p:spPr>
            <a:xfrm>
              <a:off x="1638300" y="11914187"/>
              <a:ext cx="57150" cy="1158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6" name="Shape 706"/>
            <p:cNvSpPr/>
            <p:nvPr/>
          </p:nvSpPr>
          <p:spPr>
            <a:xfrm>
              <a:off x="4851400" y="11101387"/>
              <a:ext cx="57150" cy="1158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7" name="Shape 707"/>
            <p:cNvSpPr/>
            <p:nvPr/>
          </p:nvSpPr>
          <p:spPr>
            <a:xfrm>
              <a:off x="1638300" y="11952287"/>
              <a:ext cx="58739" cy="1762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8" name="Shape 708"/>
            <p:cNvSpPr/>
            <p:nvPr/>
          </p:nvSpPr>
          <p:spPr>
            <a:xfrm>
              <a:off x="3238500" y="11647487"/>
              <a:ext cx="57150" cy="571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9" name="Shape 709"/>
            <p:cNvSpPr/>
            <p:nvPr/>
          </p:nvSpPr>
          <p:spPr>
            <a:xfrm>
              <a:off x="4851400" y="12915900"/>
              <a:ext cx="58739" cy="17780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10" name="Shape 710"/>
            <p:cNvSpPr/>
            <p:nvPr/>
          </p:nvSpPr>
          <p:spPr>
            <a:xfrm>
              <a:off x="3238500" y="11977687"/>
              <a:ext cx="57150" cy="571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11" name="Shape 711"/>
            <p:cNvSpPr/>
            <p:nvPr/>
          </p:nvSpPr>
          <p:spPr>
            <a:xfrm>
              <a:off x="4787900" y="9056687"/>
              <a:ext cx="174625" cy="349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12" name="Shape 712"/>
            <p:cNvSpPr/>
            <p:nvPr/>
          </p:nvSpPr>
          <p:spPr>
            <a:xfrm>
              <a:off x="6464300" y="9742487"/>
              <a:ext cx="57150" cy="571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13" name="Shape 713"/>
            <p:cNvSpPr/>
            <p:nvPr/>
          </p:nvSpPr>
          <p:spPr>
            <a:xfrm>
              <a:off x="25399" y="8916987"/>
              <a:ext cx="57151" cy="571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14" name="Shape 714"/>
            <p:cNvSpPr/>
            <p:nvPr/>
          </p:nvSpPr>
          <p:spPr>
            <a:xfrm>
              <a:off x="1638300" y="12892087"/>
              <a:ext cx="57150" cy="1746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15" name="Shape 715"/>
            <p:cNvSpPr/>
            <p:nvPr/>
          </p:nvSpPr>
          <p:spPr>
            <a:xfrm>
              <a:off x="3187700" y="7392987"/>
              <a:ext cx="166688" cy="1666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16" name="Shape 716"/>
            <p:cNvSpPr/>
            <p:nvPr/>
          </p:nvSpPr>
          <p:spPr>
            <a:xfrm>
              <a:off x="4851400" y="7392987"/>
              <a:ext cx="58739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17" name="Shape 717"/>
            <p:cNvSpPr/>
            <p:nvPr/>
          </p:nvSpPr>
          <p:spPr>
            <a:xfrm>
              <a:off x="6464300" y="8891587"/>
              <a:ext cx="57150" cy="571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18" name="Shape 718"/>
            <p:cNvSpPr/>
            <p:nvPr/>
          </p:nvSpPr>
          <p:spPr>
            <a:xfrm>
              <a:off x="25399" y="9463087"/>
              <a:ext cx="58739" cy="1762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19" name="Shape 719"/>
            <p:cNvSpPr/>
            <p:nvPr/>
          </p:nvSpPr>
          <p:spPr>
            <a:xfrm>
              <a:off x="3238500" y="4776787"/>
              <a:ext cx="57150" cy="571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20" name="Shape 720"/>
            <p:cNvSpPr/>
            <p:nvPr/>
          </p:nvSpPr>
          <p:spPr>
            <a:xfrm>
              <a:off x="4851400" y="8167687"/>
              <a:ext cx="57150" cy="571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21" name="Shape 721"/>
            <p:cNvSpPr/>
            <p:nvPr/>
          </p:nvSpPr>
          <p:spPr>
            <a:xfrm>
              <a:off x="6451600" y="12460287"/>
              <a:ext cx="63500" cy="1285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22" name="Shape 722"/>
            <p:cNvSpPr/>
            <p:nvPr/>
          </p:nvSpPr>
          <p:spPr>
            <a:xfrm>
              <a:off x="-1" y="6122987"/>
              <a:ext cx="101601" cy="2047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23" name="Shape 723"/>
            <p:cNvSpPr/>
            <p:nvPr/>
          </p:nvSpPr>
          <p:spPr>
            <a:xfrm>
              <a:off x="3238500" y="7532687"/>
              <a:ext cx="57150" cy="1746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24" name="Shape 724"/>
            <p:cNvSpPr/>
            <p:nvPr/>
          </p:nvSpPr>
          <p:spPr>
            <a:xfrm>
              <a:off x="4851400" y="10593387"/>
              <a:ext cx="65089" cy="1968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25" name="Shape 725"/>
            <p:cNvSpPr/>
            <p:nvPr/>
          </p:nvSpPr>
          <p:spPr>
            <a:xfrm>
              <a:off x="6451600" y="2465387"/>
              <a:ext cx="61914" cy="1857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26" name="Shape 726"/>
            <p:cNvSpPr/>
            <p:nvPr/>
          </p:nvSpPr>
          <p:spPr>
            <a:xfrm>
              <a:off x="25399" y="8142287"/>
              <a:ext cx="57151" cy="1158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27" name="Shape 727"/>
            <p:cNvSpPr/>
            <p:nvPr/>
          </p:nvSpPr>
          <p:spPr>
            <a:xfrm>
              <a:off x="1638300" y="5030787"/>
              <a:ext cx="57150" cy="571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28" name="Shape 728"/>
            <p:cNvSpPr/>
            <p:nvPr/>
          </p:nvSpPr>
          <p:spPr>
            <a:xfrm>
              <a:off x="3238500" y="9869487"/>
              <a:ext cx="58739" cy="17780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29" name="Shape 729"/>
            <p:cNvSpPr/>
            <p:nvPr/>
          </p:nvSpPr>
          <p:spPr>
            <a:xfrm>
              <a:off x="4851400" y="10821987"/>
              <a:ext cx="61914" cy="619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30" name="Shape 730"/>
            <p:cNvSpPr/>
            <p:nvPr/>
          </p:nvSpPr>
          <p:spPr>
            <a:xfrm>
              <a:off x="6464300" y="6491287"/>
              <a:ext cx="58739" cy="1762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31" name="Shape 731"/>
            <p:cNvSpPr/>
            <p:nvPr/>
          </p:nvSpPr>
          <p:spPr>
            <a:xfrm>
              <a:off x="25399" y="7596187"/>
              <a:ext cx="57151" cy="571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32" name="Shape 732"/>
            <p:cNvSpPr/>
            <p:nvPr/>
          </p:nvSpPr>
          <p:spPr>
            <a:xfrm>
              <a:off x="1638300" y="5945187"/>
              <a:ext cx="65089" cy="1317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33" name="Shape 733"/>
            <p:cNvSpPr/>
            <p:nvPr/>
          </p:nvSpPr>
          <p:spPr>
            <a:xfrm>
              <a:off x="3238500" y="7532687"/>
              <a:ext cx="58739" cy="587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34" name="Shape 734"/>
            <p:cNvSpPr/>
            <p:nvPr/>
          </p:nvSpPr>
          <p:spPr>
            <a:xfrm>
              <a:off x="4851400" y="6440487"/>
              <a:ext cx="58739" cy="1762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35" name="Shape 735"/>
            <p:cNvSpPr/>
            <p:nvPr/>
          </p:nvSpPr>
          <p:spPr>
            <a:xfrm>
              <a:off x="6451600" y="9018587"/>
              <a:ext cx="69850" cy="2095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36" name="Shape 736"/>
            <p:cNvSpPr/>
            <p:nvPr/>
          </p:nvSpPr>
          <p:spPr>
            <a:xfrm>
              <a:off x="25399" y="6910387"/>
              <a:ext cx="58739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37" name="Shape 737"/>
            <p:cNvSpPr/>
            <p:nvPr/>
          </p:nvSpPr>
          <p:spPr>
            <a:xfrm>
              <a:off x="1638300" y="5360987"/>
              <a:ext cx="65089" cy="650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38" name="Shape 738"/>
            <p:cNvSpPr/>
            <p:nvPr/>
          </p:nvSpPr>
          <p:spPr>
            <a:xfrm>
              <a:off x="3238500" y="3519487"/>
              <a:ext cx="58739" cy="1190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39" name="Shape 739"/>
            <p:cNvSpPr/>
            <p:nvPr/>
          </p:nvSpPr>
          <p:spPr>
            <a:xfrm>
              <a:off x="4851400" y="10453687"/>
              <a:ext cx="69850" cy="2095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40" name="Shape 740"/>
            <p:cNvSpPr/>
            <p:nvPr/>
          </p:nvSpPr>
          <p:spPr>
            <a:xfrm>
              <a:off x="25399" y="5995987"/>
              <a:ext cx="58739" cy="587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41" name="Shape 741"/>
            <p:cNvSpPr/>
            <p:nvPr/>
          </p:nvSpPr>
          <p:spPr>
            <a:xfrm>
              <a:off x="1638300" y="4687887"/>
              <a:ext cx="58739" cy="1190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42" name="Shape 742"/>
            <p:cNvSpPr/>
            <p:nvPr/>
          </p:nvSpPr>
          <p:spPr>
            <a:xfrm>
              <a:off x="3225800" y="6719887"/>
              <a:ext cx="98426" cy="1984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43" name="Shape 743"/>
            <p:cNvSpPr/>
            <p:nvPr/>
          </p:nvSpPr>
          <p:spPr>
            <a:xfrm>
              <a:off x="4851400" y="7507287"/>
              <a:ext cx="57150" cy="1158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44" name="Shape 744"/>
            <p:cNvSpPr/>
            <p:nvPr/>
          </p:nvSpPr>
          <p:spPr>
            <a:xfrm>
              <a:off x="25399" y="4624387"/>
              <a:ext cx="58739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45" name="Shape 745"/>
            <p:cNvSpPr/>
            <p:nvPr/>
          </p:nvSpPr>
          <p:spPr>
            <a:xfrm>
              <a:off x="1638300" y="7253287"/>
              <a:ext cx="63500" cy="1920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46" name="Shape 746"/>
            <p:cNvSpPr/>
            <p:nvPr/>
          </p:nvSpPr>
          <p:spPr>
            <a:xfrm>
              <a:off x="3238500" y="3049587"/>
              <a:ext cx="57150" cy="1158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47" name="Shape 747"/>
            <p:cNvSpPr/>
            <p:nvPr/>
          </p:nvSpPr>
          <p:spPr>
            <a:xfrm>
              <a:off x="4851400" y="5665787"/>
              <a:ext cx="57150" cy="1158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48" name="Shape 748"/>
            <p:cNvSpPr/>
            <p:nvPr/>
          </p:nvSpPr>
          <p:spPr>
            <a:xfrm>
              <a:off x="6388100" y="5018087"/>
              <a:ext cx="203200" cy="6111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49" name="Shape 749"/>
            <p:cNvSpPr/>
            <p:nvPr/>
          </p:nvSpPr>
          <p:spPr>
            <a:xfrm>
              <a:off x="12699" y="6643687"/>
              <a:ext cx="80964" cy="2428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50" name="Shape 750"/>
            <p:cNvSpPr/>
            <p:nvPr/>
          </p:nvSpPr>
          <p:spPr>
            <a:xfrm>
              <a:off x="1638300" y="7062787"/>
              <a:ext cx="57150" cy="1158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51" name="Shape 751"/>
            <p:cNvSpPr/>
            <p:nvPr/>
          </p:nvSpPr>
          <p:spPr>
            <a:xfrm>
              <a:off x="3238500" y="4294187"/>
              <a:ext cx="57150" cy="1158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52" name="Shape 752"/>
            <p:cNvSpPr/>
            <p:nvPr/>
          </p:nvSpPr>
          <p:spPr>
            <a:xfrm>
              <a:off x="4813300" y="3379787"/>
              <a:ext cx="130175" cy="1301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53" name="Shape 753"/>
            <p:cNvSpPr/>
            <p:nvPr/>
          </p:nvSpPr>
          <p:spPr>
            <a:xfrm>
              <a:off x="6464300" y="7138987"/>
              <a:ext cx="57150" cy="1158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54" name="Shape 754"/>
            <p:cNvSpPr/>
            <p:nvPr/>
          </p:nvSpPr>
          <p:spPr>
            <a:xfrm>
              <a:off x="25399" y="2249487"/>
              <a:ext cx="57151" cy="1746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55" name="Shape 755"/>
            <p:cNvSpPr/>
            <p:nvPr/>
          </p:nvSpPr>
          <p:spPr>
            <a:xfrm>
              <a:off x="3200400" y="458787"/>
              <a:ext cx="136525" cy="1365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56" name="Shape 756"/>
            <p:cNvSpPr/>
            <p:nvPr/>
          </p:nvSpPr>
          <p:spPr>
            <a:xfrm>
              <a:off x="4851400" y="2300287"/>
              <a:ext cx="57150" cy="1158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57" name="Shape 757"/>
            <p:cNvSpPr/>
            <p:nvPr/>
          </p:nvSpPr>
          <p:spPr>
            <a:xfrm>
              <a:off x="6464300" y="2274887"/>
              <a:ext cx="57150" cy="1158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58" name="Shape 758"/>
            <p:cNvSpPr/>
            <p:nvPr/>
          </p:nvSpPr>
          <p:spPr>
            <a:xfrm>
              <a:off x="3238500" y="1627187"/>
              <a:ext cx="57150" cy="571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59" name="Shape 759"/>
            <p:cNvSpPr/>
            <p:nvPr/>
          </p:nvSpPr>
          <p:spPr>
            <a:xfrm>
              <a:off x="4851400" y="5399087"/>
              <a:ext cx="57150" cy="1158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60" name="Shape 760"/>
            <p:cNvSpPr/>
            <p:nvPr/>
          </p:nvSpPr>
          <p:spPr>
            <a:xfrm>
              <a:off x="6464300" y="3074987"/>
              <a:ext cx="58739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61" name="Shape 761"/>
            <p:cNvSpPr/>
            <p:nvPr/>
          </p:nvSpPr>
          <p:spPr>
            <a:xfrm>
              <a:off x="-1" y="2135187"/>
              <a:ext cx="109539" cy="2190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62" name="Shape 762"/>
            <p:cNvSpPr/>
            <p:nvPr/>
          </p:nvSpPr>
          <p:spPr>
            <a:xfrm>
              <a:off x="1638300" y="4803775"/>
              <a:ext cx="58739" cy="1762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63" name="Shape 763"/>
            <p:cNvSpPr/>
            <p:nvPr/>
          </p:nvSpPr>
          <p:spPr>
            <a:xfrm>
              <a:off x="6464300" y="5132387"/>
              <a:ext cx="58739" cy="1762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64" name="Shape 764"/>
            <p:cNvSpPr/>
            <p:nvPr/>
          </p:nvSpPr>
          <p:spPr>
            <a:xfrm>
              <a:off x="1638300" y="0"/>
              <a:ext cx="57150" cy="17621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65" name="Shape 765"/>
            <p:cNvSpPr/>
            <p:nvPr/>
          </p:nvSpPr>
          <p:spPr>
            <a:xfrm>
              <a:off x="3238500" y="26987"/>
              <a:ext cx="60325" cy="603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66" name="Shape 766"/>
            <p:cNvSpPr/>
            <p:nvPr/>
          </p:nvSpPr>
          <p:spPr>
            <a:xfrm>
              <a:off x="6464300" y="954087"/>
              <a:ext cx="57150" cy="1158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767" name="Shape 767"/>
          <p:cNvSpPr txBox="1">
            <a:spLocks noGrp="1"/>
          </p:cNvSpPr>
          <p:nvPr>
            <p:ph type="sldNum" idx="12"/>
          </p:nvPr>
        </p:nvSpPr>
        <p:spPr>
          <a:xfrm>
            <a:off x="17474063" y="12481869"/>
            <a:ext cx="56892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Shape 769"/>
          <p:cNvSpPr txBox="1">
            <a:spLocks noGrp="1"/>
          </p:cNvSpPr>
          <p:nvPr>
            <p:ph type="title"/>
          </p:nvPr>
        </p:nvSpPr>
        <p:spPr>
          <a:xfrm>
            <a:off x="4074958" y="3373440"/>
            <a:ext cx="15632336" cy="4775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0" name="Shape 770"/>
          <p:cNvSpPr txBox="1">
            <a:spLocks noGrp="1"/>
          </p:cNvSpPr>
          <p:nvPr>
            <p:ph type="sldNum" idx="12"/>
          </p:nvPr>
        </p:nvSpPr>
        <p:spPr>
          <a:xfrm>
            <a:off x="17474063" y="12481869"/>
            <a:ext cx="56892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1_Title Slide">
  <p:cSld name="11_Title Slide">
    <p:bg>
      <p:bgPr>
        <a:solidFill>
          <a:schemeClr val="accent2"/>
        </a:solidFill>
        <a:effectLst/>
      </p:bgPr>
    </p:bg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2" name="Shape 772"/>
          <p:cNvGrpSpPr/>
          <p:nvPr/>
        </p:nvGrpSpPr>
        <p:grpSpPr>
          <a:xfrm>
            <a:off x="3106193" y="769470"/>
            <a:ext cx="20713618" cy="11825384"/>
            <a:chOff x="0" y="-1"/>
            <a:chExt cx="20704174" cy="11825382"/>
          </a:xfrm>
        </p:grpSpPr>
        <p:sp>
          <p:nvSpPr>
            <p:cNvPr id="773" name="Shape 773"/>
            <p:cNvSpPr/>
            <p:nvPr/>
          </p:nvSpPr>
          <p:spPr>
            <a:xfrm rot="10800000" flipH="1">
              <a:off x="0" y="10016004"/>
              <a:ext cx="41275" cy="13319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74" name="Shape 774"/>
            <p:cNvSpPr/>
            <p:nvPr/>
          </p:nvSpPr>
          <p:spPr>
            <a:xfrm rot="10800000" flipH="1">
              <a:off x="81615" y="60513"/>
              <a:ext cx="41276" cy="631349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75" name="Shape 775"/>
            <p:cNvSpPr/>
            <p:nvPr/>
          </p:nvSpPr>
          <p:spPr>
            <a:xfrm rot="10800000" flipH="1">
              <a:off x="4076699" y="10028704"/>
              <a:ext cx="41276" cy="13319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76" name="Shape 776"/>
            <p:cNvSpPr/>
            <p:nvPr/>
          </p:nvSpPr>
          <p:spPr>
            <a:xfrm rot="10800000" flipH="1">
              <a:off x="4051299" y="94128"/>
              <a:ext cx="41276" cy="631349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77" name="Shape 777"/>
            <p:cNvSpPr/>
            <p:nvPr/>
          </p:nvSpPr>
          <p:spPr>
            <a:xfrm rot="10800000" flipH="1">
              <a:off x="8915399" y="10028704"/>
              <a:ext cx="41276" cy="13319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78" name="Shape 778"/>
            <p:cNvSpPr/>
            <p:nvPr/>
          </p:nvSpPr>
          <p:spPr>
            <a:xfrm rot="10800000" flipH="1">
              <a:off x="8101989" y="513229"/>
              <a:ext cx="41276" cy="631349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79" name="Shape 779"/>
            <p:cNvSpPr/>
            <p:nvPr/>
          </p:nvSpPr>
          <p:spPr>
            <a:xfrm rot="10800000" flipH="1">
              <a:off x="16890998" y="10028704"/>
              <a:ext cx="41276" cy="13319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80" name="Shape 780"/>
            <p:cNvSpPr/>
            <p:nvPr/>
          </p:nvSpPr>
          <p:spPr>
            <a:xfrm rot="10800000" flipH="1">
              <a:off x="12231592" y="-1"/>
              <a:ext cx="41276" cy="631349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81" name="Shape 781"/>
            <p:cNvSpPr/>
            <p:nvPr/>
          </p:nvSpPr>
          <p:spPr>
            <a:xfrm rot="10800000" flipH="1">
              <a:off x="16344898" y="10491880"/>
              <a:ext cx="41276" cy="133350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82" name="Shape 782"/>
            <p:cNvSpPr/>
            <p:nvPr/>
          </p:nvSpPr>
          <p:spPr>
            <a:xfrm rot="10800000" flipH="1">
              <a:off x="20662898" y="10003304"/>
              <a:ext cx="41276" cy="13319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83" name="Shape 783"/>
            <p:cNvSpPr/>
            <p:nvPr/>
          </p:nvSpPr>
          <p:spPr>
            <a:xfrm rot="10800000" flipH="1">
              <a:off x="16282281" y="190044"/>
              <a:ext cx="45764" cy="650360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784" name="Shape 784"/>
          <p:cNvSpPr txBox="1">
            <a:spLocks noGrp="1"/>
          </p:cNvSpPr>
          <p:nvPr>
            <p:ph type="title"/>
          </p:nvPr>
        </p:nvSpPr>
        <p:spPr>
          <a:xfrm>
            <a:off x="10438316" y="8268049"/>
            <a:ext cx="12580094" cy="4775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5" name="Shape 785"/>
          <p:cNvSpPr txBox="1"/>
          <p:nvPr/>
        </p:nvSpPr>
        <p:spPr>
          <a:xfrm>
            <a:off x="21363666" y="744071"/>
            <a:ext cx="234380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r>
            <a:endParaRPr/>
          </a:p>
        </p:txBody>
      </p:sp>
      <p:sp>
        <p:nvSpPr>
          <p:cNvPr id="786" name="Shape 786"/>
          <p:cNvSpPr txBox="1">
            <a:spLocks noGrp="1"/>
          </p:cNvSpPr>
          <p:nvPr>
            <p:ph type="sldNum" idx="12"/>
          </p:nvPr>
        </p:nvSpPr>
        <p:spPr>
          <a:xfrm>
            <a:off x="17474063" y="12481869"/>
            <a:ext cx="56892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ext 2 column">
  <p:cSld name="Title and text 2 column">
    <p:bg>
      <p:bgPr>
        <a:solidFill>
          <a:srgbClr val="FEFEFE"/>
        </a:solidFill>
        <a:effectLst/>
      </p:bgPr>
    </p:bg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5" name="Shape 805"/>
          <p:cNvGrpSpPr/>
          <p:nvPr/>
        </p:nvGrpSpPr>
        <p:grpSpPr>
          <a:xfrm>
            <a:off x="863994" y="12153898"/>
            <a:ext cx="22911720" cy="1031877"/>
            <a:chOff x="0" y="-1"/>
            <a:chExt cx="22901274" cy="1031876"/>
          </a:xfrm>
        </p:grpSpPr>
        <p:sp>
          <p:nvSpPr>
            <p:cNvPr id="806" name="Shape 806"/>
            <p:cNvSpPr/>
            <p:nvPr/>
          </p:nvSpPr>
          <p:spPr>
            <a:xfrm>
              <a:off x="0" y="5588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07" name="Shape 807"/>
            <p:cNvSpPr/>
            <p:nvPr/>
          </p:nvSpPr>
          <p:spPr>
            <a:xfrm>
              <a:off x="127000" y="4445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08" name="Shape 808"/>
            <p:cNvSpPr/>
            <p:nvPr/>
          </p:nvSpPr>
          <p:spPr>
            <a:xfrm>
              <a:off x="355600" y="4445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09" name="Shape 809"/>
            <p:cNvSpPr/>
            <p:nvPr/>
          </p:nvSpPr>
          <p:spPr>
            <a:xfrm>
              <a:off x="355600" y="88899"/>
              <a:ext cx="117476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10" name="Shape 810"/>
            <p:cNvSpPr/>
            <p:nvPr/>
          </p:nvSpPr>
          <p:spPr>
            <a:xfrm>
              <a:off x="355600" y="-1"/>
              <a:ext cx="117476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11" name="Shape 811"/>
            <p:cNvSpPr/>
            <p:nvPr/>
          </p:nvSpPr>
          <p:spPr>
            <a:xfrm>
              <a:off x="482600" y="3175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12" name="Shape 812"/>
            <p:cNvSpPr/>
            <p:nvPr/>
          </p:nvSpPr>
          <p:spPr>
            <a:xfrm>
              <a:off x="482600" y="2032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13" name="Shape 813"/>
            <p:cNvSpPr/>
            <p:nvPr/>
          </p:nvSpPr>
          <p:spPr>
            <a:xfrm>
              <a:off x="482600" y="88899"/>
              <a:ext cx="117476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14" name="Shape 814"/>
            <p:cNvSpPr/>
            <p:nvPr/>
          </p:nvSpPr>
          <p:spPr>
            <a:xfrm>
              <a:off x="596900" y="3175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15" name="Shape 815"/>
            <p:cNvSpPr/>
            <p:nvPr/>
          </p:nvSpPr>
          <p:spPr>
            <a:xfrm>
              <a:off x="1422400" y="3175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16" name="Shape 816"/>
            <p:cNvSpPr/>
            <p:nvPr/>
          </p:nvSpPr>
          <p:spPr>
            <a:xfrm>
              <a:off x="1892300" y="800100"/>
              <a:ext cx="117476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17" name="Shape 817"/>
            <p:cNvSpPr/>
            <p:nvPr/>
          </p:nvSpPr>
          <p:spPr>
            <a:xfrm>
              <a:off x="3314700" y="5588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18" name="Shape 818"/>
            <p:cNvSpPr/>
            <p:nvPr/>
          </p:nvSpPr>
          <p:spPr>
            <a:xfrm>
              <a:off x="3441700" y="9144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19" name="Shape 819"/>
            <p:cNvSpPr/>
            <p:nvPr/>
          </p:nvSpPr>
          <p:spPr>
            <a:xfrm>
              <a:off x="3441700" y="6731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20" name="Shape 820"/>
            <p:cNvSpPr/>
            <p:nvPr/>
          </p:nvSpPr>
          <p:spPr>
            <a:xfrm>
              <a:off x="3441700" y="5588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21" name="Shape 821"/>
            <p:cNvSpPr/>
            <p:nvPr/>
          </p:nvSpPr>
          <p:spPr>
            <a:xfrm>
              <a:off x="3441700" y="88899"/>
              <a:ext cx="117476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22" name="Shape 822"/>
            <p:cNvSpPr/>
            <p:nvPr/>
          </p:nvSpPr>
          <p:spPr>
            <a:xfrm>
              <a:off x="3556000" y="800100"/>
              <a:ext cx="117476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23" name="Shape 823"/>
            <p:cNvSpPr/>
            <p:nvPr/>
          </p:nvSpPr>
          <p:spPr>
            <a:xfrm>
              <a:off x="3556000" y="6731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24" name="Shape 824"/>
            <p:cNvSpPr/>
            <p:nvPr/>
          </p:nvSpPr>
          <p:spPr>
            <a:xfrm>
              <a:off x="3556000" y="5588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25" name="Shape 825"/>
            <p:cNvSpPr/>
            <p:nvPr/>
          </p:nvSpPr>
          <p:spPr>
            <a:xfrm>
              <a:off x="4381500" y="3175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26" name="Shape 826"/>
            <p:cNvSpPr/>
            <p:nvPr/>
          </p:nvSpPr>
          <p:spPr>
            <a:xfrm>
              <a:off x="5092700" y="-1"/>
              <a:ext cx="117476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27" name="Shape 827"/>
            <p:cNvSpPr/>
            <p:nvPr/>
          </p:nvSpPr>
          <p:spPr>
            <a:xfrm>
              <a:off x="5219700" y="88899"/>
              <a:ext cx="117476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28" name="Shape 828"/>
            <p:cNvSpPr/>
            <p:nvPr/>
          </p:nvSpPr>
          <p:spPr>
            <a:xfrm>
              <a:off x="5575300" y="-1"/>
              <a:ext cx="117476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29" name="Shape 829"/>
            <p:cNvSpPr/>
            <p:nvPr/>
          </p:nvSpPr>
          <p:spPr>
            <a:xfrm>
              <a:off x="6159500" y="88899"/>
              <a:ext cx="117476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0" name="Shape 830"/>
            <p:cNvSpPr/>
            <p:nvPr/>
          </p:nvSpPr>
          <p:spPr>
            <a:xfrm>
              <a:off x="6273800" y="3175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1" name="Shape 831"/>
            <p:cNvSpPr/>
            <p:nvPr/>
          </p:nvSpPr>
          <p:spPr>
            <a:xfrm>
              <a:off x="6400800" y="3175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2" name="Shape 832"/>
            <p:cNvSpPr/>
            <p:nvPr/>
          </p:nvSpPr>
          <p:spPr>
            <a:xfrm>
              <a:off x="6515100" y="800100"/>
              <a:ext cx="117475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3" name="Shape 833"/>
            <p:cNvSpPr/>
            <p:nvPr/>
          </p:nvSpPr>
          <p:spPr>
            <a:xfrm>
              <a:off x="6756400" y="444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4" name="Shape 834"/>
            <p:cNvSpPr/>
            <p:nvPr/>
          </p:nvSpPr>
          <p:spPr>
            <a:xfrm>
              <a:off x="6985000" y="800100"/>
              <a:ext cx="117475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5" name="Shape 835"/>
            <p:cNvSpPr/>
            <p:nvPr/>
          </p:nvSpPr>
          <p:spPr>
            <a:xfrm>
              <a:off x="71120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6" name="Shape 836"/>
            <p:cNvSpPr/>
            <p:nvPr/>
          </p:nvSpPr>
          <p:spPr>
            <a:xfrm>
              <a:off x="73406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7" name="Shape 837"/>
            <p:cNvSpPr/>
            <p:nvPr/>
          </p:nvSpPr>
          <p:spPr>
            <a:xfrm>
              <a:off x="8407400" y="6731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8" name="Shape 838"/>
            <p:cNvSpPr/>
            <p:nvPr/>
          </p:nvSpPr>
          <p:spPr>
            <a:xfrm>
              <a:off x="84074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9" name="Shape 839"/>
            <p:cNvSpPr/>
            <p:nvPr/>
          </p:nvSpPr>
          <p:spPr>
            <a:xfrm>
              <a:off x="85344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40" name="Shape 840"/>
            <p:cNvSpPr/>
            <p:nvPr/>
          </p:nvSpPr>
          <p:spPr>
            <a:xfrm>
              <a:off x="86487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41" name="Shape 841"/>
            <p:cNvSpPr/>
            <p:nvPr/>
          </p:nvSpPr>
          <p:spPr>
            <a:xfrm>
              <a:off x="8763000" y="2032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42" name="Shape 842"/>
            <p:cNvSpPr/>
            <p:nvPr/>
          </p:nvSpPr>
          <p:spPr>
            <a:xfrm>
              <a:off x="87630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43" name="Shape 843"/>
            <p:cNvSpPr/>
            <p:nvPr/>
          </p:nvSpPr>
          <p:spPr>
            <a:xfrm>
              <a:off x="88900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44" name="Shape 844"/>
            <p:cNvSpPr/>
            <p:nvPr/>
          </p:nvSpPr>
          <p:spPr>
            <a:xfrm>
              <a:off x="8890000" y="2032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45" name="Shape 845"/>
            <p:cNvSpPr/>
            <p:nvPr/>
          </p:nvSpPr>
          <p:spPr>
            <a:xfrm>
              <a:off x="88900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46" name="Shape 846"/>
            <p:cNvSpPr/>
            <p:nvPr/>
          </p:nvSpPr>
          <p:spPr>
            <a:xfrm>
              <a:off x="90043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47" name="Shape 847"/>
            <p:cNvSpPr/>
            <p:nvPr/>
          </p:nvSpPr>
          <p:spPr>
            <a:xfrm>
              <a:off x="9118600" y="444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48" name="Shape 848"/>
            <p:cNvSpPr/>
            <p:nvPr/>
          </p:nvSpPr>
          <p:spPr>
            <a:xfrm>
              <a:off x="9118600" y="2032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49" name="Shape 849"/>
            <p:cNvSpPr/>
            <p:nvPr/>
          </p:nvSpPr>
          <p:spPr>
            <a:xfrm>
              <a:off x="9245600" y="9144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50" name="Shape 850"/>
            <p:cNvSpPr/>
            <p:nvPr/>
          </p:nvSpPr>
          <p:spPr>
            <a:xfrm>
              <a:off x="93599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51" name="Shape 851"/>
            <p:cNvSpPr/>
            <p:nvPr/>
          </p:nvSpPr>
          <p:spPr>
            <a:xfrm>
              <a:off x="9474200" y="6731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52" name="Shape 852"/>
            <p:cNvSpPr/>
            <p:nvPr/>
          </p:nvSpPr>
          <p:spPr>
            <a:xfrm>
              <a:off x="94742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53" name="Shape 853"/>
            <p:cNvSpPr/>
            <p:nvPr/>
          </p:nvSpPr>
          <p:spPr>
            <a:xfrm>
              <a:off x="9715500" y="9144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54" name="Shape 854"/>
            <p:cNvSpPr/>
            <p:nvPr/>
          </p:nvSpPr>
          <p:spPr>
            <a:xfrm>
              <a:off x="9715500" y="800100"/>
              <a:ext cx="117475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55" name="Shape 855"/>
            <p:cNvSpPr/>
            <p:nvPr/>
          </p:nvSpPr>
          <p:spPr>
            <a:xfrm>
              <a:off x="9829800" y="800100"/>
              <a:ext cx="117475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56" name="Shape 856"/>
            <p:cNvSpPr/>
            <p:nvPr/>
          </p:nvSpPr>
          <p:spPr>
            <a:xfrm>
              <a:off x="98298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57" name="Shape 857"/>
            <p:cNvSpPr/>
            <p:nvPr/>
          </p:nvSpPr>
          <p:spPr>
            <a:xfrm>
              <a:off x="9956800" y="9144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58" name="Shape 858"/>
            <p:cNvSpPr/>
            <p:nvPr/>
          </p:nvSpPr>
          <p:spPr>
            <a:xfrm>
              <a:off x="9956800" y="800100"/>
              <a:ext cx="117475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59" name="Shape 859"/>
            <p:cNvSpPr/>
            <p:nvPr/>
          </p:nvSpPr>
          <p:spPr>
            <a:xfrm>
              <a:off x="9956800" y="6731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60" name="Shape 860"/>
            <p:cNvSpPr/>
            <p:nvPr/>
          </p:nvSpPr>
          <p:spPr>
            <a:xfrm>
              <a:off x="99568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61" name="Shape 861"/>
            <p:cNvSpPr/>
            <p:nvPr/>
          </p:nvSpPr>
          <p:spPr>
            <a:xfrm>
              <a:off x="10071100" y="9144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62" name="Shape 862"/>
            <p:cNvSpPr/>
            <p:nvPr/>
          </p:nvSpPr>
          <p:spPr>
            <a:xfrm>
              <a:off x="10071100" y="6731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63" name="Shape 863"/>
            <p:cNvSpPr/>
            <p:nvPr/>
          </p:nvSpPr>
          <p:spPr>
            <a:xfrm>
              <a:off x="10071100" y="444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64" name="Shape 864"/>
            <p:cNvSpPr/>
            <p:nvPr/>
          </p:nvSpPr>
          <p:spPr>
            <a:xfrm>
              <a:off x="10185400" y="317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65" name="Shape 865"/>
            <p:cNvSpPr/>
            <p:nvPr/>
          </p:nvSpPr>
          <p:spPr>
            <a:xfrm>
              <a:off x="10312400" y="444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66" name="Shape 866"/>
            <p:cNvSpPr/>
            <p:nvPr/>
          </p:nvSpPr>
          <p:spPr>
            <a:xfrm>
              <a:off x="108966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67" name="Shape 867"/>
            <p:cNvSpPr/>
            <p:nvPr/>
          </p:nvSpPr>
          <p:spPr>
            <a:xfrm>
              <a:off x="108966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68" name="Shape 868"/>
            <p:cNvSpPr/>
            <p:nvPr/>
          </p:nvSpPr>
          <p:spPr>
            <a:xfrm>
              <a:off x="11137900" y="9144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69" name="Shape 869"/>
            <p:cNvSpPr/>
            <p:nvPr/>
          </p:nvSpPr>
          <p:spPr>
            <a:xfrm>
              <a:off x="111379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70" name="Shape 870"/>
            <p:cNvSpPr/>
            <p:nvPr/>
          </p:nvSpPr>
          <p:spPr>
            <a:xfrm>
              <a:off x="112522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71" name="Shape 871"/>
            <p:cNvSpPr/>
            <p:nvPr/>
          </p:nvSpPr>
          <p:spPr>
            <a:xfrm>
              <a:off x="11366500" y="6731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72" name="Shape 872"/>
            <p:cNvSpPr/>
            <p:nvPr/>
          </p:nvSpPr>
          <p:spPr>
            <a:xfrm>
              <a:off x="11366500" y="2032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73" name="Shape 873"/>
            <p:cNvSpPr/>
            <p:nvPr/>
          </p:nvSpPr>
          <p:spPr>
            <a:xfrm>
              <a:off x="11493500" y="6731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74" name="Shape 874"/>
            <p:cNvSpPr/>
            <p:nvPr/>
          </p:nvSpPr>
          <p:spPr>
            <a:xfrm>
              <a:off x="114935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75" name="Shape 875"/>
            <p:cNvSpPr/>
            <p:nvPr/>
          </p:nvSpPr>
          <p:spPr>
            <a:xfrm>
              <a:off x="114935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76" name="Shape 876"/>
            <p:cNvSpPr/>
            <p:nvPr/>
          </p:nvSpPr>
          <p:spPr>
            <a:xfrm>
              <a:off x="11607800" y="317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77" name="Shape 877"/>
            <p:cNvSpPr/>
            <p:nvPr/>
          </p:nvSpPr>
          <p:spPr>
            <a:xfrm>
              <a:off x="116078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78" name="Shape 878"/>
            <p:cNvSpPr/>
            <p:nvPr/>
          </p:nvSpPr>
          <p:spPr>
            <a:xfrm>
              <a:off x="117221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79" name="Shape 879"/>
            <p:cNvSpPr/>
            <p:nvPr/>
          </p:nvSpPr>
          <p:spPr>
            <a:xfrm>
              <a:off x="22783798" y="5588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0" name="Shape 880"/>
            <p:cNvSpPr/>
            <p:nvPr/>
          </p:nvSpPr>
          <p:spPr>
            <a:xfrm>
              <a:off x="22669498" y="9144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1" name="Shape 881"/>
            <p:cNvSpPr/>
            <p:nvPr/>
          </p:nvSpPr>
          <p:spPr>
            <a:xfrm>
              <a:off x="22669498" y="6731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2" name="Shape 882"/>
            <p:cNvSpPr/>
            <p:nvPr/>
          </p:nvSpPr>
          <p:spPr>
            <a:xfrm>
              <a:off x="22669498" y="5588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3" name="Shape 883"/>
            <p:cNvSpPr/>
            <p:nvPr/>
          </p:nvSpPr>
          <p:spPr>
            <a:xfrm>
              <a:off x="22669498" y="88899"/>
              <a:ext cx="117476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4" name="Shape 884"/>
            <p:cNvSpPr/>
            <p:nvPr/>
          </p:nvSpPr>
          <p:spPr>
            <a:xfrm>
              <a:off x="22555198" y="800100"/>
              <a:ext cx="117476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5" name="Shape 885"/>
            <p:cNvSpPr/>
            <p:nvPr/>
          </p:nvSpPr>
          <p:spPr>
            <a:xfrm>
              <a:off x="22555198" y="6731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6" name="Shape 886"/>
            <p:cNvSpPr/>
            <p:nvPr/>
          </p:nvSpPr>
          <p:spPr>
            <a:xfrm>
              <a:off x="22555198" y="5588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7" name="Shape 887"/>
            <p:cNvSpPr/>
            <p:nvPr/>
          </p:nvSpPr>
          <p:spPr>
            <a:xfrm>
              <a:off x="21716998" y="3175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8" name="Shape 888"/>
            <p:cNvSpPr/>
            <p:nvPr/>
          </p:nvSpPr>
          <p:spPr>
            <a:xfrm>
              <a:off x="210058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9" name="Shape 889"/>
            <p:cNvSpPr/>
            <p:nvPr/>
          </p:nvSpPr>
          <p:spPr>
            <a:xfrm>
              <a:off x="208915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90" name="Shape 890"/>
            <p:cNvSpPr/>
            <p:nvPr/>
          </p:nvSpPr>
          <p:spPr>
            <a:xfrm>
              <a:off x="205359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91" name="Shape 891"/>
            <p:cNvSpPr/>
            <p:nvPr/>
          </p:nvSpPr>
          <p:spPr>
            <a:xfrm>
              <a:off x="133985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92" name="Shape 892"/>
            <p:cNvSpPr/>
            <p:nvPr/>
          </p:nvSpPr>
          <p:spPr>
            <a:xfrm>
              <a:off x="13525500" y="444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93" name="Shape 893"/>
            <p:cNvSpPr/>
            <p:nvPr/>
          </p:nvSpPr>
          <p:spPr>
            <a:xfrm>
              <a:off x="13754100" y="444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94" name="Shape 894"/>
            <p:cNvSpPr/>
            <p:nvPr/>
          </p:nvSpPr>
          <p:spPr>
            <a:xfrm>
              <a:off x="137541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95" name="Shape 895"/>
            <p:cNvSpPr/>
            <p:nvPr/>
          </p:nvSpPr>
          <p:spPr>
            <a:xfrm>
              <a:off x="137541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96" name="Shape 896"/>
            <p:cNvSpPr/>
            <p:nvPr/>
          </p:nvSpPr>
          <p:spPr>
            <a:xfrm>
              <a:off x="13881100" y="317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97" name="Shape 897"/>
            <p:cNvSpPr/>
            <p:nvPr/>
          </p:nvSpPr>
          <p:spPr>
            <a:xfrm>
              <a:off x="13881100" y="2032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98" name="Shape 898"/>
            <p:cNvSpPr/>
            <p:nvPr/>
          </p:nvSpPr>
          <p:spPr>
            <a:xfrm>
              <a:off x="138811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99" name="Shape 899"/>
            <p:cNvSpPr/>
            <p:nvPr/>
          </p:nvSpPr>
          <p:spPr>
            <a:xfrm>
              <a:off x="13995400" y="317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00" name="Shape 900"/>
            <p:cNvSpPr/>
            <p:nvPr/>
          </p:nvSpPr>
          <p:spPr>
            <a:xfrm>
              <a:off x="14820900" y="317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01" name="Shape 901"/>
            <p:cNvSpPr/>
            <p:nvPr/>
          </p:nvSpPr>
          <p:spPr>
            <a:xfrm>
              <a:off x="15290800" y="800100"/>
              <a:ext cx="117475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02" name="Shape 902"/>
            <p:cNvSpPr/>
            <p:nvPr/>
          </p:nvSpPr>
          <p:spPr>
            <a:xfrm>
              <a:off x="167132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03" name="Shape 903"/>
            <p:cNvSpPr/>
            <p:nvPr/>
          </p:nvSpPr>
          <p:spPr>
            <a:xfrm>
              <a:off x="16840200" y="9144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04" name="Shape 904"/>
            <p:cNvSpPr/>
            <p:nvPr/>
          </p:nvSpPr>
          <p:spPr>
            <a:xfrm>
              <a:off x="16840200" y="6731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05" name="Shape 905"/>
            <p:cNvSpPr/>
            <p:nvPr/>
          </p:nvSpPr>
          <p:spPr>
            <a:xfrm>
              <a:off x="168402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06" name="Shape 906"/>
            <p:cNvSpPr/>
            <p:nvPr/>
          </p:nvSpPr>
          <p:spPr>
            <a:xfrm>
              <a:off x="168402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07" name="Shape 907"/>
            <p:cNvSpPr/>
            <p:nvPr/>
          </p:nvSpPr>
          <p:spPr>
            <a:xfrm>
              <a:off x="16954500" y="800100"/>
              <a:ext cx="117475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08" name="Shape 908"/>
            <p:cNvSpPr/>
            <p:nvPr/>
          </p:nvSpPr>
          <p:spPr>
            <a:xfrm>
              <a:off x="16954500" y="6731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09" name="Shape 909"/>
            <p:cNvSpPr/>
            <p:nvPr/>
          </p:nvSpPr>
          <p:spPr>
            <a:xfrm>
              <a:off x="169545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10" name="Shape 910"/>
            <p:cNvSpPr/>
            <p:nvPr/>
          </p:nvSpPr>
          <p:spPr>
            <a:xfrm>
              <a:off x="17780000" y="317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11" name="Shape 911"/>
            <p:cNvSpPr/>
            <p:nvPr/>
          </p:nvSpPr>
          <p:spPr>
            <a:xfrm>
              <a:off x="184912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12" name="Shape 912"/>
            <p:cNvSpPr/>
            <p:nvPr/>
          </p:nvSpPr>
          <p:spPr>
            <a:xfrm>
              <a:off x="186055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13" name="Shape 913"/>
            <p:cNvSpPr/>
            <p:nvPr/>
          </p:nvSpPr>
          <p:spPr>
            <a:xfrm>
              <a:off x="189611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914" name="Shape 914"/>
          <p:cNvSpPr/>
          <p:nvPr/>
        </p:nvSpPr>
        <p:spPr>
          <a:xfrm>
            <a:off x="686113" y="685800"/>
            <a:ext cx="22991502" cy="53788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5" name="Shape 915"/>
          <p:cNvSpPr txBox="1"/>
          <p:nvPr/>
        </p:nvSpPr>
        <p:spPr>
          <a:xfrm>
            <a:off x="21010370" y="847019"/>
            <a:ext cx="234380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r>
            <a:endParaRPr/>
          </a:p>
        </p:txBody>
      </p:sp>
      <p:sp>
        <p:nvSpPr>
          <p:cNvPr id="916" name="Shape 916"/>
          <p:cNvSpPr txBox="1">
            <a:spLocks noGrp="1"/>
          </p:cNvSpPr>
          <p:nvPr>
            <p:ph type="title"/>
          </p:nvPr>
        </p:nvSpPr>
        <p:spPr>
          <a:xfrm>
            <a:off x="1345915" y="2411884"/>
            <a:ext cx="10452535" cy="2133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7" name="Shape 917"/>
          <p:cNvSpPr txBox="1">
            <a:spLocks noGrp="1"/>
          </p:cNvSpPr>
          <p:nvPr>
            <p:ph type="body" idx="1"/>
          </p:nvPr>
        </p:nvSpPr>
        <p:spPr>
          <a:xfrm>
            <a:off x="1345915" y="4545106"/>
            <a:ext cx="10452535" cy="404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937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37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Char char="–"/>
              <a:defRPr sz="2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37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AutoNum type="arabicPeriod"/>
              <a:defRPr sz="2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8" name="Shape 918"/>
          <p:cNvSpPr txBox="1">
            <a:spLocks noGrp="1"/>
          </p:cNvSpPr>
          <p:nvPr>
            <p:ph type="sldNum" idx="12"/>
          </p:nvPr>
        </p:nvSpPr>
        <p:spPr>
          <a:xfrm>
            <a:off x="17474063" y="12481869"/>
            <a:ext cx="56892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text and table">
  <p:cSld name="Title, text and table">
    <p:bg>
      <p:bgPr>
        <a:solidFill>
          <a:srgbClr val="FEFEFE"/>
        </a:solidFill>
        <a:effectLst/>
      </p:bgPr>
    </p:bg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0" name="Shape 920"/>
          <p:cNvGrpSpPr/>
          <p:nvPr/>
        </p:nvGrpSpPr>
        <p:grpSpPr>
          <a:xfrm>
            <a:off x="863994" y="12153898"/>
            <a:ext cx="22911720" cy="1031877"/>
            <a:chOff x="0" y="-1"/>
            <a:chExt cx="22901274" cy="1031876"/>
          </a:xfrm>
        </p:grpSpPr>
        <p:sp>
          <p:nvSpPr>
            <p:cNvPr id="921" name="Shape 921"/>
            <p:cNvSpPr/>
            <p:nvPr/>
          </p:nvSpPr>
          <p:spPr>
            <a:xfrm>
              <a:off x="0" y="5588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22" name="Shape 922"/>
            <p:cNvSpPr/>
            <p:nvPr/>
          </p:nvSpPr>
          <p:spPr>
            <a:xfrm>
              <a:off x="127000" y="4445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23" name="Shape 923"/>
            <p:cNvSpPr/>
            <p:nvPr/>
          </p:nvSpPr>
          <p:spPr>
            <a:xfrm>
              <a:off x="355600" y="4445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24" name="Shape 924"/>
            <p:cNvSpPr/>
            <p:nvPr/>
          </p:nvSpPr>
          <p:spPr>
            <a:xfrm>
              <a:off x="355600" y="88899"/>
              <a:ext cx="117476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25" name="Shape 925"/>
            <p:cNvSpPr/>
            <p:nvPr/>
          </p:nvSpPr>
          <p:spPr>
            <a:xfrm>
              <a:off x="355600" y="-1"/>
              <a:ext cx="117476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26" name="Shape 926"/>
            <p:cNvSpPr/>
            <p:nvPr/>
          </p:nvSpPr>
          <p:spPr>
            <a:xfrm>
              <a:off x="482600" y="3175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27" name="Shape 927"/>
            <p:cNvSpPr/>
            <p:nvPr/>
          </p:nvSpPr>
          <p:spPr>
            <a:xfrm>
              <a:off x="482600" y="2032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28" name="Shape 928"/>
            <p:cNvSpPr/>
            <p:nvPr/>
          </p:nvSpPr>
          <p:spPr>
            <a:xfrm>
              <a:off x="482600" y="88899"/>
              <a:ext cx="117476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29" name="Shape 929"/>
            <p:cNvSpPr/>
            <p:nvPr/>
          </p:nvSpPr>
          <p:spPr>
            <a:xfrm>
              <a:off x="596900" y="3175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30" name="Shape 930"/>
            <p:cNvSpPr/>
            <p:nvPr/>
          </p:nvSpPr>
          <p:spPr>
            <a:xfrm>
              <a:off x="1422400" y="3175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31" name="Shape 931"/>
            <p:cNvSpPr/>
            <p:nvPr/>
          </p:nvSpPr>
          <p:spPr>
            <a:xfrm>
              <a:off x="1892300" y="800100"/>
              <a:ext cx="117476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32" name="Shape 932"/>
            <p:cNvSpPr/>
            <p:nvPr/>
          </p:nvSpPr>
          <p:spPr>
            <a:xfrm>
              <a:off x="3314700" y="5588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33" name="Shape 933"/>
            <p:cNvSpPr/>
            <p:nvPr/>
          </p:nvSpPr>
          <p:spPr>
            <a:xfrm>
              <a:off x="3441700" y="9144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34" name="Shape 934"/>
            <p:cNvSpPr/>
            <p:nvPr/>
          </p:nvSpPr>
          <p:spPr>
            <a:xfrm>
              <a:off x="3441700" y="6731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35" name="Shape 935"/>
            <p:cNvSpPr/>
            <p:nvPr/>
          </p:nvSpPr>
          <p:spPr>
            <a:xfrm>
              <a:off x="3441700" y="5588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36" name="Shape 936"/>
            <p:cNvSpPr/>
            <p:nvPr/>
          </p:nvSpPr>
          <p:spPr>
            <a:xfrm>
              <a:off x="3441700" y="88899"/>
              <a:ext cx="117476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37" name="Shape 937"/>
            <p:cNvSpPr/>
            <p:nvPr/>
          </p:nvSpPr>
          <p:spPr>
            <a:xfrm>
              <a:off x="3556000" y="800100"/>
              <a:ext cx="117476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38" name="Shape 938"/>
            <p:cNvSpPr/>
            <p:nvPr/>
          </p:nvSpPr>
          <p:spPr>
            <a:xfrm>
              <a:off x="3556000" y="6731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39" name="Shape 939"/>
            <p:cNvSpPr/>
            <p:nvPr/>
          </p:nvSpPr>
          <p:spPr>
            <a:xfrm>
              <a:off x="3556000" y="5588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40" name="Shape 940"/>
            <p:cNvSpPr/>
            <p:nvPr/>
          </p:nvSpPr>
          <p:spPr>
            <a:xfrm>
              <a:off x="4381500" y="3175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41" name="Shape 941"/>
            <p:cNvSpPr/>
            <p:nvPr/>
          </p:nvSpPr>
          <p:spPr>
            <a:xfrm>
              <a:off x="5092700" y="-1"/>
              <a:ext cx="117476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42" name="Shape 942"/>
            <p:cNvSpPr/>
            <p:nvPr/>
          </p:nvSpPr>
          <p:spPr>
            <a:xfrm>
              <a:off x="5219700" y="88899"/>
              <a:ext cx="117476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43" name="Shape 943"/>
            <p:cNvSpPr/>
            <p:nvPr/>
          </p:nvSpPr>
          <p:spPr>
            <a:xfrm>
              <a:off x="5575300" y="-1"/>
              <a:ext cx="117476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44" name="Shape 944"/>
            <p:cNvSpPr/>
            <p:nvPr/>
          </p:nvSpPr>
          <p:spPr>
            <a:xfrm>
              <a:off x="6159500" y="88899"/>
              <a:ext cx="117476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45" name="Shape 945"/>
            <p:cNvSpPr/>
            <p:nvPr/>
          </p:nvSpPr>
          <p:spPr>
            <a:xfrm>
              <a:off x="6273800" y="3175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46" name="Shape 946"/>
            <p:cNvSpPr/>
            <p:nvPr/>
          </p:nvSpPr>
          <p:spPr>
            <a:xfrm>
              <a:off x="6400800" y="3175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47" name="Shape 947"/>
            <p:cNvSpPr/>
            <p:nvPr/>
          </p:nvSpPr>
          <p:spPr>
            <a:xfrm>
              <a:off x="6515100" y="800100"/>
              <a:ext cx="117475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48" name="Shape 948"/>
            <p:cNvSpPr/>
            <p:nvPr/>
          </p:nvSpPr>
          <p:spPr>
            <a:xfrm>
              <a:off x="6756400" y="444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49" name="Shape 949"/>
            <p:cNvSpPr/>
            <p:nvPr/>
          </p:nvSpPr>
          <p:spPr>
            <a:xfrm>
              <a:off x="6985000" y="800100"/>
              <a:ext cx="117475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50" name="Shape 950"/>
            <p:cNvSpPr/>
            <p:nvPr/>
          </p:nvSpPr>
          <p:spPr>
            <a:xfrm>
              <a:off x="71120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51" name="Shape 951"/>
            <p:cNvSpPr/>
            <p:nvPr/>
          </p:nvSpPr>
          <p:spPr>
            <a:xfrm>
              <a:off x="73406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52" name="Shape 952"/>
            <p:cNvSpPr/>
            <p:nvPr/>
          </p:nvSpPr>
          <p:spPr>
            <a:xfrm>
              <a:off x="8407400" y="6731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53" name="Shape 953"/>
            <p:cNvSpPr/>
            <p:nvPr/>
          </p:nvSpPr>
          <p:spPr>
            <a:xfrm>
              <a:off x="84074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54" name="Shape 954"/>
            <p:cNvSpPr/>
            <p:nvPr/>
          </p:nvSpPr>
          <p:spPr>
            <a:xfrm>
              <a:off x="85344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55" name="Shape 955"/>
            <p:cNvSpPr/>
            <p:nvPr/>
          </p:nvSpPr>
          <p:spPr>
            <a:xfrm>
              <a:off x="86487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56" name="Shape 956"/>
            <p:cNvSpPr/>
            <p:nvPr/>
          </p:nvSpPr>
          <p:spPr>
            <a:xfrm>
              <a:off x="8763000" y="2032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57" name="Shape 957"/>
            <p:cNvSpPr/>
            <p:nvPr/>
          </p:nvSpPr>
          <p:spPr>
            <a:xfrm>
              <a:off x="87630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58" name="Shape 958"/>
            <p:cNvSpPr/>
            <p:nvPr/>
          </p:nvSpPr>
          <p:spPr>
            <a:xfrm>
              <a:off x="88900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59" name="Shape 959"/>
            <p:cNvSpPr/>
            <p:nvPr/>
          </p:nvSpPr>
          <p:spPr>
            <a:xfrm>
              <a:off x="8890000" y="2032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60" name="Shape 960"/>
            <p:cNvSpPr/>
            <p:nvPr/>
          </p:nvSpPr>
          <p:spPr>
            <a:xfrm>
              <a:off x="88900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61" name="Shape 961"/>
            <p:cNvSpPr/>
            <p:nvPr/>
          </p:nvSpPr>
          <p:spPr>
            <a:xfrm>
              <a:off x="90043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62" name="Shape 962"/>
            <p:cNvSpPr/>
            <p:nvPr/>
          </p:nvSpPr>
          <p:spPr>
            <a:xfrm>
              <a:off x="9118600" y="444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63" name="Shape 963"/>
            <p:cNvSpPr/>
            <p:nvPr/>
          </p:nvSpPr>
          <p:spPr>
            <a:xfrm>
              <a:off x="9118600" y="2032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64" name="Shape 964"/>
            <p:cNvSpPr/>
            <p:nvPr/>
          </p:nvSpPr>
          <p:spPr>
            <a:xfrm>
              <a:off x="9245600" y="9144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65" name="Shape 965"/>
            <p:cNvSpPr/>
            <p:nvPr/>
          </p:nvSpPr>
          <p:spPr>
            <a:xfrm>
              <a:off x="93599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66" name="Shape 966"/>
            <p:cNvSpPr/>
            <p:nvPr/>
          </p:nvSpPr>
          <p:spPr>
            <a:xfrm>
              <a:off x="9474200" y="6731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67" name="Shape 967"/>
            <p:cNvSpPr/>
            <p:nvPr/>
          </p:nvSpPr>
          <p:spPr>
            <a:xfrm>
              <a:off x="94742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68" name="Shape 968"/>
            <p:cNvSpPr/>
            <p:nvPr/>
          </p:nvSpPr>
          <p:spPr>
            <a:xfrm>
              <a:off x="9715500" y="9144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69" name="Shape 969"/>
            <p:cNvSpPr/>
            <p:nvPr/>
          </p:nvSpPr>
          <p:spPr>
            <a:xfrm>
              <a:off x="9715500" y="800100"/>
              <a:ext cx="117475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70" name="Shape 970"/>
            <p:cNvSpPr/>
            <p:nvPr/>
          </p:nvSpPr>
          <p:spPr>
            <a:xfrm>
              <a:off x="9829800" y="800100"/>
              <a:ext cx="117475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71" name="Shape 971"/>
            <p:cNvSpPr/>
            <p:nvPr/>
          </p:nvSpPr>
          <p:spPr>
            <a:xfrm>
              <a:off x="98298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72" name="Shape 972"/>
            <p:cNvSpPr/>
            <p:nvPr/>
          </p:nvSpPr>
          <p:spPr>
            <a:xfrm>
              <a:off x="9956800" y="9144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73" name="Shape 973"/>
            <p:cNvSpPr/>
            <p:nvPr/>
          </p:nvSpPr>
          <p:spPr>
            <a:xfrm>
              <a:off x="9956800" y="800100"/>
              <a:ext cx="117475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74" name="Shape 974"/>
            <p:cNvSpPr/>
            <p:nvPr/>
          </p:nvSpPr>
          <p:spPr>
            <a:xfrm>
              <a:off x="9956800" y="6731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75" name="Shape 975"/>
            <p:cNvSpPr/>
            <p:nvPr/>
          </p:nvSpPr>
          <p:spPr>
            <a:xfrm>
              <a:off x="99568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76" name="Shape 976"/>
            <p:cNvSpPr/>
            <p:nvPr/>
          </p:nvSpPr>
          <p:spPr>
            <a:xfrm>
              <a:off x="10071100" y="9144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77" name="Shape 977"/>
            <p:cNvSpPr/>
            <p:nvPr/>
          </p:nvSpPr>
          <p:spPr>
            <a:xfrm>
              <a:off x="10071100" y="6731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78" name="Shape 978"/>
            <p:cNvSpPr/>
            <p:nvPr/>
          </p:nvSpPr>
          <p:spPr>
            <a:xfrm>
              <a:off x="10071100" y="444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79" name="Shape 979"/>
            <p:cNvSpPr/>
            <p:nvPr/>
          </p:nvSpPr>
          <p:spPr>
            <a:xfrm>
              <a:off x="10185400" y="317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80" name="Shape 980"/>
            <p:cNvSpPr/>
            <p:nvPr/>
          </p:nvSpPr>
          <p:spPr>
            <a:xfrm>
              <a:off x="10312400" y="444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81" name="Shape 981"/>
            <p:cNvSpPr/>
            <p:nvPr/>
          </p:nvSpPr>
          <p:spPr>
            <a:xfrm>
              <a:off x="108966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82" name="Shape 982"/>
            <p:cNvSpPr/>
            <p:nvPr/>
          </p:nvSpPr>
          <p:spPr>
            <a:xfrm>
              <a:off x="108966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83" name="Shape 983"/>
            <p:cNvSpPr/>
            <p:nvPr/>
          </p:nvSpPr>
          <p:spPr>
            <a:xfrm>
              <a:off x="11137900" y="9144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84" name="Shape 984"/>
            <p:cNvSpPr/>
            <p:nvPr/>
          </p:nvSpPr>
          <p:spPr>
            <a:xfrm>
              <a:off x="111379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85" name="Shape 985"/>
            <p:cNvSpPr/>
            <p:nvPr/>
          </p:nvSpPr>
          <p:spPr>
            <a:xfrm>
              <a:off x="112522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86" name="Shape 986"/>
            <p:cNvSpPr/>
            <p:nvPr/>
          </p:nvSpPr>
          <p:spPr>
            <a:xfrm>
              <a:off x="11366500" y="6731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87" name="Shape 987"/>
            <p:cNvSpPr/>
            <p:nvPr/>
          </p:nvSpPr>
          <p:spPr>
            <a:xfrm>
              <a:off x="11366500" y="2032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88" name="Shape 988"/>
            <p:cNvSpPr/>
            <p:nvPr/>
          </p:nvSpPr>
          <p:spPr>
            <a:xfrm>
              <a:off x="11493500" y="6731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89" name="Shape 989"/>
            <p:cNvSpPr/>
            <p:nvPr/>
          </p:nvSpPr>
          <p:spPr>
            <a:xfrm>
              <a:off x="114935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90" name="Shape 990"/>
            <p:cNvSpPr/>
            <p:nvPr/>
          </p:nvSpPr>
          <p:spPr>
            <a:xfrm>
              <a:off x="114935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91" name="Shape 991"/>
            <p:cNvSpPr/>
            <p:nvPr/>
          </p:nvSpPr>
          <p:spPr>
            <a:xfrm>
              <a:off x="11607800" y="317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92" name="Shape 992"/>
            <p:cNvSpPr/>
            <p:nvPr/>
          </p:nvSpPr>
          <p:spPr>
            <a:xfrm>
              <a:off x="116078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93" name="Shape 993"/>
            <p:cNvSpPr/>
            <p:nvPr/>
          </p:nvSpPr>
          <p:spPr>
            <a:xfrm>
              <a:off x="117221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94" name="Shape 994"/>
            <p:cNvSpPr/>
            <p:nvPr/>
          </p:nvSpPr>
          <p:spPr>
            <a:xfrm>
              <a:off x="22783798" y="5588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95" name="Shape 995"/>
            <p:cNvSpPr/>
            <p:nvPr/>
          </p:nvSpPr>
          <p:spPr>
            <a:xfrm>
              <a:off x="22669498" y="9144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96" name="Shape 996"/>
            <p:cNvSpPr/>
            <p:nvPr/>
          </p:nvSpPr>
          <p:spPr>
            <a:xfrm>
              <a:off x="22669498" y="6731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97" name="Shape 997"/>
            <p:cNvSpPr/>
            <p:nvPr/>
          </p:nvSpPr>
          <p:spPr>
            <a:xfrm>
              <a:off x="22669498" y="5588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98" name="Shape 998"/>
            <p:cNvSpPr/>
            <p:nvPr/>
          </p:nvSpPr>
          <p:spPr>
            <a:xfrm>
              <a:off x="22669498" y="88899"/>
              <a:ext cx="117476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99" name="Shape 999"/>
            <p:cNvSpPr/>
            <p:nvPr/>
          </p:nvSpPr>
          <p:spPr>
            <a:xfrm>
              <a:off x="22555198" y="800100"/>
              <a:ext cx="117476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0" name="Shape 1000"/>
            <p:cNvSpPr/>
            <p:nvPr/>
          </p:nvSpPr>
          <p:spPr>
            <a:xfrm>
              <a:off x="22555198" y="6731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1" name="Shape 1001"/>
            <p:cNvSpPr/>
            <p:nvPr/>
          </p:nvSpPr>
          <p:spPr>
            <a:xfrm>
              <a:off x="22555198" y="5588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2" name="Shape 1002"/>
            <p:cNvSpPr/>
            <p:nvPr/>
          </p:nvSpPr>
          <p:spPr>
            <a:xfrm>
              <a:off x="21716998" y="3175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3" name="Shape 1003"/>
            <p:cNvSpPr/>
            <p:nvPr/>
          </p:nvSpPr>
          <p:spPr>
            <a:xfrm>
              <a:off x="210058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4" name="Shape 1004"/>
            <p:cNvSpPr/>
            <p:nvPr/>
          </p:nvSpPr>
          <p:spPr>
            <a:xfrm>
              <a:off x="208915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5" name="Shape 1005"/>
            <p:cNvSpPr/>
            <p:nvPr/>
          </p:nvSpPr>
          <p:spPr>
            <a:xfrm>
              <a:off x="205359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6" name="Shape 1006"/>
            <p:cNvSpPr/>
            <p:nvPr/>
          </p:nvSpPr>
          <p:spPr>
            <a:xfrm>
              <a:off x="133985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7" name="Shape 1007"/>
            <p:cNvSpPr/>
            <p:nvPr/>
          </p:nvSpPr>
          <p:spPr>
            <a:xfrm>
              <a:off x="13525500" y="444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8" name="Shape 1008"/>
            <p:cNvSpPr/>
            <p:nvPr/>
          </p:nvSpPr>
          <p:spPr>
            <a:xfrm>
              <a:off x="13754100" y="444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9" name="Shape 1009"/>
            <p:cNvSpPr/>
            <p:nvPr/>
          </p:nvSpPr>
          <p:spPr>
            <a:xfrm>
              <a:off x="137541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10" name="Shape 1010"/>
            <p:cNvSpPr/>
            <p:nvPr/>
          </p:nvSpPr>
          <p:spPr>
            <a:xfrm>
              <a:off x="137541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11" name="Shape 1011"/>
            <p:cNvSpPr/>
            <p:nvPr/>
          </p:nvSpPr>
          <p:spPr>
            <a:xfrm>
              <a:off x="13881100" y="317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12" name="Shape 1012"/>
            <p:cNvSpPr/>
            <p:nvPr/>
          </p:nvSpPr>
          <p:spPr>
            <a:xfrm>
              <a:off x="13881100" y="2032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13" name="Shape 1013"/>
            <p:cNvSpPr/>
            <p:nvPr/>
          </p:nvSpPr>
          <p:spPr>
            <a:xfrm>
              <a:off x="138811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14" name="Shape 1014"/>
            <p:cNvSpPr/>
            <p:nvPr/>
          </p:nvSpPr>
          <p:spPr>
            <a:xfrm>
              <a:off x="13995400" y="317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15" name="Shape 1015"/>
            <p:cNvSpPr/>
            <p:nvPr/>
          </p:nvSpPr>
          <p:spPr>
            <a:xfrm>
              <a:off x="14820900" y="317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16" name="Shape 1016"/>
            <p:cNvSpPr/>
            <p:nvPr/>
          </p:nvSpPr>
          <p:spPr>
            <a:xfrm>
              <a:off x="15290800" y="800100"/>
              <a:ext cx="117475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17" name="Shape 1017"/>
            <p:cNvSpPr/>
            <p:nvPr/>
          </p:nvSpPr>
          <p:spPr>
            <a:xfrm>
              <a:off x="167132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18" name="Shape 1018"/>
            <p:cNvSpPr/>
            <p:nvPr/>
          </p:nvSpPr>
          <p:spPr>
            <a:xfrm>
              <a:off x="16840200" y="9144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19" name="Shape 1019"/>
            <p:cNvSpPr/>
            <p:nvPr/>
          </p:nvSpPr>
          <p:spPr>
            <a:xfrm>
              <a:off x="16840200" y="6731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20" name="Shape 1020"/>
            <p:cNvSpPr/>
            <p:nvPr/>
          </p:nvSpPr>
          <p:spPr>
            <a:xfrm>
              <a:off x="168402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21" name="Shape 1021"/>
            <p:cNvSpPr/>
            <p:nvPr/>
          </p:nvSpPr>
          <p:spPr>
            <a:xfrm>
              <a:off x="168402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22" name="Shape 1022"/>
            <p:cNvSpPr/>
            <p:nvPr/>
          </p:nvSpPr>
          <p:spPr>
            <a:xfrm>
              <a:off x="16954500" y="800100"/>
              <a:ext cx="117475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23" name="Shape 1023"/>
            <p:cNvSpPr/>
            <p:nvPr/>
          </p:nvSpPr>
          <p:spPr>
            <a:xfrm>
              <a:off x="16954500" y="6731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24" name="Shape 1024"/>
            <p:cNvSpPr/>
            <p:nvPr/>
          </p:nvSpPr>
          <p:spPr>
            <a:xfrm>
              <a:off x="169545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25" name="Shape 1025"/>
            <p:cNvSpPr/>
            <p:nvPr/>
          </p:nvSpPr>
          <p:spPr>
            <a:xfrm>
              <a:off x="17780000" y="317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26" name="Shape 1026"/>
            <p:cNvSpPr/>
            <p:nvPr/>
          </p:nvSpPr>
          <p:spPr>
            <a:xfrm>
              <a:off x="184912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27" name="Shape 1027"/>
            <p:cNvSpPr/>
            <p:nvPr/>
          </p:nvSpPr>
          <p:spPr>
            <a:xfrm>
              <a:off x="186055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28" name="Shape 1028"/>
            <p:cNvSpPr/>
            <p:nvPr/>
          </p:nvSpPr>
          <p:spPr>
            <a:xfrm>
              <a:off x="189611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029" name="Shape 1029"/>
          <p:cNvSpPr/>
          <p:nvPr/>
        </p:nvSpPr>
        <p:spPr>
          <a:xfrm>
            <a:off x="686113" y="685800"/>
            <a:ext cx="22991502" cy="53788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0" name="Shape 1030"/>
          <p:cNvSpPr txBox="1"/>
          <p:nvPr/>
        </p:nvSpPr>
        <p:spPr>
          <a:xfrm>
            <a:off x="21010370" y="847019"/>
            <a:ext cx="234380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r>
            <a:endParaRPr/>
          </a:p>
        </p:txBody>
      </p:sp>
      <p:sp>
        <p:nvSpPr>
          <p:cNvPr id="1031" name="Shape 1031"/>
          <p:cNvSpPr txBox="1">
            <a:spLocks noGrp="1"/>
          </p:cNvSpPr>
          <p:nvPr>
            <p:ph type="title"/>
          </p:nvPr>
        </p:nvSpPr>
        <p:spPr>
          <a:xfrm>
            <a:off x="1345915" y="2411884"/>
            <a:ext cx="10452535" cy="2133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2" name="Shape 1032"/>
          <p:cNvSpPr txBox="1">
            <a:spLocks noGrp="1"/>
          </p:cNvSpPr>
          <p:nvPr>
            <p:ph type="body" idx="1"/>
          </p:nvPr>
        </p:nvSpPr>
        <p:spPr>
          <a:xfrm>
            <a:off x="1345915" y="4545106"/>
            <a:ext cx="10452535" cy="404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937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37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Char char="–"/>
              <a:defRPr sz="2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37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AutoNum type="arabicPeriod"/>
              <a:defRPr sz="2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3" name="Shape 1033"/>
          <p:cNvSpPr txBox="1">
            <a:spLocks noGrp="1"/>
          </p:cNvSpPr>
          <p:nvPr>
            <p:ph type="sldNum" idx="12"/>
          </p:nvPr>
        </p:nvSpPr>
        <p:spPr>
          <a:xfrm>
            <a:off x="17474063" y="12481869"/>
            <a:ext cx="56892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large text">
  <p:cSld name="Title and large text">
    <p:bg>
      <p:bgPr>
        <a:solidFill>
          <a:srgbClr val="FEFEFE"/>
        </a:solidFill>
        <a:effectLst/>
      </p:bgPr>
    </p:bg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5" name="Shape 1035"/>
          <p:cNvGrpSpPr/>
          <p:nvPr/>
        </p:nvGrpSpPr>
        <p:grpSpPr>
          <a:xfrm>
            <a:off x="863994" y="12153898"/>
            <a:ext cx="22911720" cy="1031877"/>
            <a:chOff x="0" y="-1"/>
            <a:chExt cx="22901274" cy="1031876"/>
          </a:xfrm>
        </p:grpSpPr>
        <p:sp>
          <p:nvSpPr>
            <p:cNvPr id="1036" name="Shape 1036"/>
            <p:cNvSpPr/>
            <p:nvPr/>
          </p:nvSpPr>
          <p:spPr>
            <a:xfrm>
              <a:off x="0" y="5588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37" name="Shape 1037"/>
            <p:cNvSpPr/>
            <p:nvPr/>
          </p:nvSpPr>
          <p:spPr>
            <a:xfrm>
              <a:off x="127000" y="4445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38" name="Shape 1038"/>
            <p:cNvSpPr/>
            <p:nvPr/>
          </p:nvSpPr>
          <p:spPr>
            <a:xfrm>
              <a:off x="355600" y="4445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39" name="Shape 1039"/>
            <p:cNvSpPr/>
            <p:nvPr/>
          </p:nvSpPr>
          <p:spPr>
            <a:xfrm>
              <a:off x="355600" y="88899"/>
              <a:ext cx="117476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40" name="Shape 1040"/>
            <p:cNvSpPr/>
            <p:nvPr/>
          </p:nvSpPr>
          <p:spPr>
            <a:xfrm>
              <a:off x="355600" y="-1"/>
              <a:ext cx="117476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41" name="Shape 1041"/>
            <p:cNvSpPr/>
            <p:nvPr/>
          </p:nvSpPr>
          <p:spPr>
            <a:xfrm>
              <a:off x="482600" y="3175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42" name="Shape 1042"/>
            <p:cNvSpPr/>
            <p:nvPr/>
          </p:nvSpPr>
          <p:spPr>
            <a:xfrm>
              <a:off x="482600" y="2032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43" name="Shape 1043"/>
            <p:cNvSpPr/>
            <p:nvPr/>
          </p:nvSpPr>
          <p:spPr>
            <a:xfrm>
              <a:off x="482600" y="88899"/>
              <a:ext cx="117476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44" name="Shape 1044"/>
            <p:cNvSpPr/>
            <p:nvPr/>
          </p:nvSpPr>
          <p:spPr>
            <a:xfrm>
              <a:off x="596900" y="3175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45" name="Shape 1045"/>
            <p:cNvSpPr/>
            <p:nvPr/>
          </p:nvSpPr>
          <p:spPr>
            <a:xfrm>
              <a:off x="1422400" y="3175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46" name="Shape 1046"/>
            <p:cNvSpPr/>
            <p:nvPr/>
          </p:nvSpPr>
          <p:spPr>
            <a:xfrm>
              <a:off x="1892300" y="800100"/>
              <a:ext cx="117476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47" name="Shape 1047"/>
            <p:cNvSpPr/>
            <p:nvPr/>
          </p:nvSpPr>
          <p:spPr>
            <a:xfrm>
              <a:off x="3314700" y="5588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48" name="Shape 1048"/>
            <p:cNvSpPr/>
            <p:nvPr/>
          </p:nvSpPr>
          <p:spPr>
            <a:xfrm>
              <a:off x="3441700" y="9144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49" name="Shape 1049"/>
            <p:cNvSpPr/>
            <p:nvPr/>
          </p:nvSpPr>
          <p:spPr>
            <a:xfrm>
              <a:off x="3441700" y="6731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50" name="Shape 1050"/>
            <p:cNvSpPr/>
            <p:nvPr/>
          </p:nvSpPr>
          <p:spPr>
            <a:xfrm>
              <a:off x="3441700" y="5588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51" name="Shape 1051"/>
            <p:cNvSpPr/>
            <p:nvPr/>
          </p:nvSpPr>
          <p:spPr>
            <a:xfrm>
              <a:off x="3441700" y="88899"/>
              <a:ext cx="117476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52" name="Shape 1052"/>
            <p:cNvSpPr/>
            <p:nvPr/>
          </p:nvSpPr>
          <p:spPr>
            <a:xfrm>
              <a:off x="3556000" y="800100"/>
              <a:ext cx="117476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53" name="Shape 1053"/>
            <p:cNvSpPr/>
            <p:nvPr/>
          </p:nvSpPr>
          <p:spPr>
            <a:xfrm>
              <a:off x="3556000" y="6731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54" name="Shape 1054"/>
            <p:cNvSpPr/>
            <p:nvPr/>
          </p:nvSpPr>
          <p:spPr>
            <a:xfrm>
              <a:off x="3556000" y="5588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55" name="Shape 1055"/>
            <p:cNvSpPr/>
            <p:nvPr/>
          </p:nvSpPr>
          <p:spPr>
            <a:xfrm>
              <a:off x="4381500" y="3175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56" name="Shape 1056"/>
            <p:cNvSpPr/>
            <p:nvPr/>
          </p:nvSpPr>
          <p:spPr>
            <a:xfrm>
              <a:off x="5092700" y="-1"/>
              <a:ext cx="117476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57" name="Shape 1057"/>
            <p:cNvSpPr/>
            <p:nvPr/>
          </p:nvSpPr>
          <p:spPr>
            <a:xfrm>
              <a:off x="5219700" y="88899"/>
              <a:ext cx="117476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58" name="Shape 1058"/>
            <p:cNvSpPr/>
            <p:nvPr/>
          </p:nvSpPr>
          <p:spPr>
            <a:xfrm>
              <a:off x="5575300" y="-1"/>
              <a:ext cx="117476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59" name="Shape 1059"/>
            <p:cNvSpPr/>
            <p:nvPr/>
          </p:nvSpPr>
          <p:spPr>
            <a:xfrm>
              <a:off x="6159500" y="88899"/>
              <a:ext cx="117476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60" name="Shape 1060"/>
            <p:cNvSpPr/>
            <p:nvPr/>
          </p:nvSpPr>
          <p:spPr>
            <a:xfrm>
              <a:off x="6273800" y="3175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61" name="Shape 1061"/>
            <p:cNvSpPr/>
            <p:nvPr/>
          </p:nvSpPr>
          <p:spPr>
            <a:xfrm>
              <a:off x="6400800" y="3175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62" name="Shape 1062"/>
            <p:cNvSpPr/>
            <p:nvPr/>
          </p:nvSpPr>
          <p:spPr>
            <a:xfrm>
              <a:off x="6515100" y="800100"/>
              <a:ext cx="117475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63" name="Shape 1063"/>
            <p:cNvSpPr/>
            <p:nvPr/>
          </p:nvSpPr>
          <p:spPr>
            <a:xfrm>
              <a:off x="6756400" y="444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64" name="Shape 1064"/>
            <p:cNvSpPr/>
            <p:nvPr/>
          </p:nvSpPr>
          <p:spPr>
            <a:xfrm>
              <a:off x="6985000" y="800100"/>
              <a:ext cx="117475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65" name="Shape 1065"/>
            <p:cNvSpPr/>
            <p:nvPr/>
          </p:nvSpPr>
          <p:spPr>
            <a:xfrm>
              <a:off x="71120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66" name="Shape 1066"/>
            <p:cNvSpPr/>
            <p:nvPr/>
          </p:nvSpPr>
          <p:spPr>
            <a:xfrm>
              <a:off x="73406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67" name="Shape 1067"/>
            <p:cNvSpPr/>
            <p:nvPr/>
          </p:nvSpPr>
          <p:spPr>
            <a:xfrm>
              <a:off x="8407400" y="6731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68" name="Shape 1068"/>
            <p:cNvSpPr/>
            <p:nvPr/>
          </p:nvSpPr>
          <p:spPr>
            <a:xfrm>
              <a:off x="84074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69" name="Shape 1069"/>
            <p:cNvSpPr/>
            <p:nvPr/>
          </p:nvSpPr>
          <p:spPr>
            <a:xfrm>
              <a:off x="85344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70" name="Shape 1070"/>
            <p:cNvSpPr/>
            <p:nvPr/>
          </p:nvSpPr>
          <p:spPr>
            <a:xfrm>
              <a:off x="86487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71" name="Shape 1071"/>
            <p:cNvSpPr/>
            <p:nvPr/>
          </p:nvSpPr>
          <p:spPr>
            <a:xfrm>
              <a:off x="8763000" y="2032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72" name="Shape 1072"/>
            <p:cNvSpPr/>
            <p:nvPr/>
          </p:nvSpPr>
          <p:spPr>
            <a:xfrm>
              <a:off x="87630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73" name="Shape 1073"/>
            <p:cNvSpPr/>
            <p:nvPr/>
          </p:nvSpPr>
          <p:spPr>
            <a:xfrm>
              <a:off x="88900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74" name="Shape 1074"/>
            <p:cNvSpPr/>
            <p:nvPr/>
          </p:nvSpPr>
          <p:spPr>
            <a:xfrm>
              <a:off x="8890000" y="2032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75" name="Shape 1075"/>
            <p:cNvSpPr/>
            <p:nvPr/>
          </p:nvSpPr>
          <p:spPr>
            <a:xfrm>
              <a:off x="88900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76" name="Shape 1076"/>
            <p:cNvSpPr/>
            <p:nvPr/>
          </p:nvSpPr>
          <p:spPr>
            <a:xfrm>
              <a:off x="90043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77" name="Shape 1077"/>
            <p:cNvSpPr/>
            <p:nvPr/>
          </p:nvSpPr>
          <p:spPr>
            <a:xfrm>
              <a:off x="9118600" y="444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78" name="Shape 1078"/>
            <p:cNvSpPr/>
            <p:nvPr/>
          </p:nvSpPr>
          <p:spPr>
            <a:xfrm>
              <a:off x="9118600" y="2032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79" name="Shape 1079"/>
            <p:cNvSpPr/>
            <p:nvPr/>
          </p:nvSpPr>
          <p:spPr>
            <a:xfrm>
              <a:off x="9245600" y="9144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80" name="Shape 1080"/>
            <p:cNvSpPr/>
            <p:nvPr/>
          </p:nvSpPr>
          <p:spPr>
            <a:xfrm>
              <a:off x="93599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81" name="Shape 1081"/>
            <p:cNvSpPr/>
            <p:nvPr/>
          </p:nvSpPr>
          <p:spPr>
            <a:xfrm>
              <a:off x="9474200" y="6731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82" name="Shape 1082"/>
            <p:cNvSpPr/>
            <p:nvPr/>
          </p:nvSpPr>
          <p:spPr>
            <a:xfrm>
              <a:off x="94742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83" name="Shape 1083"/>
            <p:cNvSpPr/>
            <p:nvPr/>
          </p:nvSpPr>
          <p:spPr>
            <a:xfrm>
              <a:off x="9715500" y="9144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84" name="Shape 1084"/>
            <p:cNvSpPr/>
            <p:nvPr/>
          </p:nvSpPr>
          <p:spPr>
            <a:xfrm>
              <a:off x="9715500" y="800100"/>
              <a:ext cx="117475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85" name="Shape 1085"/>
            <p:cNvSpPr/>
            <p:nvPr/>
          </p:nvSpPr>
          <p:spPr>
            <a:xfrm>
              <a:off x="9829800" y="800100"/>
              <a:ext cx="117475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86" name="Shape 1086"/>
            <p:cNvSpPr/>
            <p:nvPr/>
          </p:nvSpPr>
          <p:spPr>
            <a:xfrm>
              <a:off x="98298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87" name="Shape 1087"/>
            <p:cNvSpPr/>
            <p:nvPr/>
          </p:nvSpPr>
          <p:spPr>
            <a:xfrm>
              <a:off x="9956800" y="9144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88" name="Shape 1088"/>
            <p:cNvSpPr/>
            <p:nvPr/>
          </p:nvSpPr>
          <p:spPr>
            <a:xfrm>
              <a:off x="9956800" y="800100"/>
              <a:ext cx="117475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89" name="Shape 1089"/>
            <p:cNvSpPr/>
            <p:nvPr/>
          </p:nvSpPr>
          <p:spPr>
            <a:xfrm>
              <a:off x="9956800" y="6731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90" name="Shape 1090"/>
            <p:cNvSpPr/>
            <p:nvPr/>
          </p:nvSpPr>
          <p:spPr>
            <a:xfrm>
              <a:off x="99568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91" name="Shape 1091"/>
            <p:cNvSpPr/>
            <p:nvPr/>
          </p:nvSpPr>
          <p:spPr>
            <a:xfrm>
              <a:off x="10071100" y="9144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92" name="Shape 1092"/>
            <p:cNvSpPr/>
            <p:nvPr/>
          </p:nvSpPr>
          <p:spPr>
            <a:xfrm>
              <a:off x="10071100" y="6731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93" name="Shape 1093"/>
            <p:cNvSpPr/>
            <p:nvPr/>
          </p:nvSpPr>
          <p:spPr>
            <a:xfrm>
              <a:off x="10071100" y="444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94" name="Shape 1094"/>
            <p:cNvSpPr/>
            <p:nvPr/>
          </p:nvSpPr>
          <p:spPr>
            <a:xfrm>
              <a:off x="10185400" y="317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95" name="Shape 1095"/>
            <p:cNvSpPr/>
            <p:nvPr/>
          </p:nvSpPr>
          <p:spPr>
            <a:xfrm>
              <a:off x="10312400" y="444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96" name="Shape 1096"/>
            <p:cNvSpPr/>
            <p:nvPr/>
          </p:nvSpPr>
          <p:spPr>
            <a:xfrm>
              <a:off x="108966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97" name="Shape 1097"/>
            <p:cNvSpPr/>
            <p:nvPr/>
          </p:nvSpPr>
          <p:spPr>
            <a:xfrm>
              <a:off x="108966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98" name="Shape 1098"/>
            <p:cNvSpPr/>
            <p:nvPr/>
          </p:nvSpPr>
          <p:spPr>
            <a:xfrm>
              <a:off x="11137900" y="9144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99" name="Shape 1099"/>
            <p:cNvSpPr/>
            <p:nvPr/>
          </p:nvSpPr>
          <p:spPr>
            <a:xfrm>
              <a:off x="111379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00" name="Shape 1100"/>
            <p:cNvSpPr/>
            <p:nvPr/>
          </p:nvSpPr>
          <p:spPr>
            <a:xfrm>
              <a:off x="112522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01" name="Shape 1101"/>
            <p:cNvSpPr/>
            <p:nvPr/>
          </p:nvSpPr>
          <p:spPr>
            <a:xfrm>
              <a:off x="11366500" y="6731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02" name="Shape 1102"/>
            <p:cNvSpPr/>
            <p:nvPr/>
          </p:nvSpPr>
          <p:spPr>
            <a:xfrm>
              <a:off x="11366500" y="2032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03" name="Shape 1103"/>
            <p:cNvSpPr/>
            <p:nvPr/>
          </p:nvSpPr>
          <p:spPr>
            <a:xfrm>
              <a:off x="11493500" y="6731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04" name="Shape 1104"/>
            <p:cNvSpPr/>
            <p:nvPr/>
          </p:nvSpPr>
          <p:spPr>
            <a:xfrm>
              <a:off x="114935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05" name="Shape 1105"/>
            <p:cNvSpPr/>
            <p:nvPr/>
          </p:nvSpPr>
          <p:spPr>
            <a:xfrm>
              <a:off x="114935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06" name="Shape 1106"/>
            <p:cNvSpPr/>
            <p:nvPr/>
          </p:nvSpPr>
          <p:spPr>
            <a:xfrm>
              <a:off x="11607800" y="317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07" name="Shape 1107"/>
            <p:cNvSpPr/>
            <p:nvPr/>
          </p:nvSpPr>
          <p:spPr>
            <a:xfrm>
              <a:off x="116078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08" name="Shape 1108"/>
            <p:cNvSpPr/>
            <p:nvPr/>
          </p:nvSpPr>
          <p:spPr>
            <a:xfrm>
              <a:off x="117221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09" name="Shape 1109"/>
            <p:cNvSpPr/>
            <p:nvPr/>
          </p:nvSpPr>
          <p:spPr>
            <a:xfrm>
              <a:off x="22783798" y="5588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10" name="Shape 1110"/>
            <p:cNvSpPr/>
            <p:nvPr/>
          </p:nvSpPr>
          <p:spPr>
            <a:xfrm>
              <a:off x="22669498" y="9144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11" name="Shape 1111"/>
            <p:cNvSpPr/>
            <p:nvPr/>
          </p:nvSpPr>
          <p:spPr>
            <a:xfrm>
              <a:off x="22669498" y="6731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12" name="Shape 1112"/>
            <p:cNvSpPr/>
            <p:nvPr/>
          </p:nvSpPr>
          <p:spPr>
            <a:xfrm>
              <a:off x="22669498" y="5588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13" name="Shape 1113"/>
            <p:cNvSpPr/>
            <p:nvPr/>
          </p:nvSpPr>
          <p:spPr>
            <a:xfrm>
              <a:off x="22669498" y="88899"/>
              <a:ext cx="117476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14" name="Shape 1114"/>
            <p:cNvSpPr/>
            <p:nvPr/>
          </p:nvSpPr>
          <p:spPr>
            <a:xfrm>
              <a:off x="22555198" y="800100"/>
              <a:ext cx="117476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15" name="Shape 1115"/>
            <p:cNvSpPr/>
            <p:nvPr/>
          </p:nvSpPr>
          <p:spPr>
            <a:xfrm>
              <a:off x="22555198" y="6731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16" name="Shape 1116"/>
            <p:cNvSpPr/>
            <p:nvPr/>
          </p:nvSpPr>
          <p:spPr>
            <a:xfrm>
              <a:off x="22555198" y="5588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17" name="Shape 1117"/>
            <p:cNvSpPr/>
            <p:nvPr/>
          </p:nvSpPr>
          <p:spPr>
            <a:xfrm>
              <a:off x="21716998" y="317500"/>
              <a:ext cx="117476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18" name="Shape 1118"/>
            <p:cNvSpPr/>
            <p:nvPr/>
          </p:nvSpPr>
          <p:spPr>
            <a:xfrm>
              <a:off x="210058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19" name="Shape 1119"/>
            <p:cNvSpPr/>
            <p:nvPr/>
          </p:nvSpPr>
          <p:spPr>
            <a:xfrm>
              <a:off x="208915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20" name="Shape 1120"/>
            <p:cNvSpPr/>
            <p:nvPr/>
          </p:nvSpPr>
          <p:spPr>
            <a:xfrm>
              <a:off x="205359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21" name="Shape 1121"/>
            <p:cNvSpPr/>
            <p:nvPr/>
          </p:nvSpPr>
          <p:spPr>
            <a:xfrm>
              <a:off x="133985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22" name="Shape 1122"/>
            <p:cNvSpPr/>
            <p:nvPr/>
          </p:nvSpPr>
          <p:spPr>
            <a:xfrm>
              <a:off x="13525500" y="444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23" name="Shape 1123"/>
            <p:cNvSpPr/>
            <p:nvPr/>
          </p:nvSpPr>
          <p:spPr>
            <a:xfrm>
              <a:off x="13754100" y="444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24" name="Shape 1124"/>
            <p:cNvSpPr/>
            <p:nvPr/>
          </p:nvSpPr>
          <p:spPr>
            <a:xfrm>
              <a:off x="137541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25" name="Shape 1125"/>
            <p:cNvSpPr/>
            <p:nvPr/>
          </p:nvSpPr>
          <p:spPr>
            <a:xfrm>
              <a:off x="137541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26" name="Shape 1126"/>
            <p:cNvSpPr/>
            <p:nvPr/>
          </p:nvSpPr>
          <p:spPr>
            <a:xfrm>
              <a:off x="13881100" y="317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27" name="Shape 1127"/>
            <p:cNvSpPr/>
            <p:nvPr/>
          </p:nvSpPr>
          <p:spPr>
            <a:xfrm>
              <a:off x="13881100" y="2032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28" name="Shape 1128"/>
            <p:cNvSpPr/>
            <p:nvPr/>
          </p:nvSpPr>
          <p:spPr>
            <a:xfrm>
              <a:off x="138811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29" name="Shape 1129"/>
            <p:cNvSpPr/>
            <p:nvPr/>
          </p:nvSpPr>
          <p:spPr>
            <a:xfrm>
              <a:off x="13995400" y="317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30" name="Shape 1130"/>
            <p:cNvSpPr/>
            <p:nvPr/>
          </p:nvSpPr>
          <p:spPr>
            <a:xfrm>
              <a:off x="14820900" y="317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31" name="Shape 1131"/>
            <p:cNvSpPr/>
            <p:nvPr/>
          </p:nvSpPr>
          <p:spPr>
            <a:xfrm>
              <a:off x="15290800" y="800100"/>
              <a:ext cx="117475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32" name="Shape 1132"/>
            <p:cNvSpPr/>
            <p:nvPr/>
          </p:nvSpPr>
          <p:spPr>
            <a:xfrm>
              <a:off x="167132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33" name="Shape 1133"/>
            <p:cNvSpPr/>
            <p:nvPr/>
          </p:nvSpPr>
          <p:spPr>
            <a:xfrm>
              <a:off x="16840200" y="9144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34" name="Shape 1134"/>
            <p:cNvSpPr/>
            <p:nvPr/>
          </p:nvSpPr>
          <p:spPr>
            <a:xfrm>
              <a:off x="16840200" y="6731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35" name="Shape 1135"/>
            <p:cNvSpPr/>
            <p:nvPr/>
          </p:nvSpPr>
          <p:spPr>
            <a:xfrm>
              <a:off x="168402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36" name="Shape 1136"/>
            <p:cNvSpPr/>
            <p:nvPr/>
          </p:nvSpPr>
          <p:spPr>
            <a:xfrm>
              <a:off x="168402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37" name="Shape 1137"/>
            <p:cNvSpPr/>
            <p:nvPr/>
          </p:nvSpPr>
          <p:spPr>
            <a:xfrm>
              <a:off x="16954500" y="800100"/>
              <a:ext cx="117475" cy="952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6954500" y="6731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>
              <a:off x="16954500" y="5588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17780000" y="317500"/>
              <a:ext cx="117475" cy="1174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>
              <a:off x="184912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>
              <a:off x="18605500" y="88899"/>
              <a:ext cx="117475" cy="1174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18961100" y="-1"/>
              <a:ext cx="117475" cy="90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144" name="Shape 1144"/>
          <p:cNvSpPr/>
          <p:nvPr/>
        </p:nvSpPr>
        <p:spPr>
          <a:xfrm>
            <a:off x="686113" y="685800"/>
            <a:ext cx="22991502" cy="53788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5" name="Shape 1145"/>
          <p:cNvSpPr txBox="1"/>
          <p:nvPr/>
        </p:nvSpPr>
        <p:spPr>
          <a:xfrm>
            <a:off x="21010370" y="847019"/>
            <a:ext cx="234380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r>
            <a:endParaRPr/>
          </a:p>
        </p:txBody>
      </p:sp>
      <p:sp>
        <p:nvSpPr>
          <p:cNvPr id="1146" name="Shape 1146"/>
          <p:cNvSpPr txBox="1">
            <a:spLocks noGrp="1"/>
          </p:cNvSpPr>
          <p:nvPr>
            <p:ph type="title"/>
          </p:nvPr>
        </p:nvSpPr>
        <p:spPr>
          <a:xfrm>
            <a:off x="1345915" y="2411885"/>
            <a:ext cx="10452535" cy="2328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7" name="Shape 1147"/>
          <p:cNvSpPr txBox="1">
            <a:spLocks noGrp="1"/>
          </p:cNvSpPr>
          <p:nvPr>
            <p:ph type="body" idx="1"/>
          </p:nvPr>
        </p:nvSpPr>
        <p:spPr>
          <a:xfrm>
            <a:off x="686113" y="4740653"/>
            <a:ext cx="21861547" cy="897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82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82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82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–"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82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AutoNum type="arabicPeriod"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8" name="Shape 1148"/>
          <p:cNvSpPr txBox="1">
            <a:spLocks noGrp="1"/>
          </p:cNvSpPr>
          <p:nvPr>
            <p:ph type="sldNum" idx="12"/>
          </p:nvPr>
        </p:nvSpPr>
        <p:spPr>
          <a:xfrm>
            <a:off x="17474063" y="12481869"/>
            <a:ext cx="56892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and large text">
  <p:cSld name="1_Title and large text">
    <p:bg>
      <p:bgPr>
        <a:solidFill>
          <a:srgbClr val="FEFEFE"/>
        </a:solidFill>
        <a:effectLst/>
      </p:bgPr>
    </p:bg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0" name="Shape 1150"/>
          <p:cNvGrpSpPr/>
          <p:nvPr/>
        </p:nvGrpSpPr>
        <p:grpSpPr>
          <a:xfrm>
            <a:off x="533643" y="-2"/>
            <a:ext cx="23839242" cy="4549779"/>
            <a:chOff x="0" y="-1"/>
            <a:chExt cx="23828374" cy="4549777"/>
          </a:xfrm>
        </p:grpSpPr>
        <p:sp>
          <p:nvSpPr>
            <p:cNvPr id="1151" name="Shape 1151"/>
            <p:cNvSpPr/>
            <p:nvPr/>
          </p:nvSpPr>
          <p:spPr>
            <a:xfrm>
              <a:off x="4584700" y="-1"/>
              <a:ext cx="511176" cy="4508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66" y="21600"/>
                  </a:lnTo>
                  <a:lnTo>
                    <a:pt x="21600" y="21515"/>
                  </a:lnTo>
                  <a:lnTo>
                    <a:pt x="21534" y="0"/>
                  </a:lnTo>
                  <a:cubicBezTo>
                    <a:pt x="21534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2" name="Shape 1152"/>
            <p:cNvSpPr/>
            <p:nvPr/>
          </p:nvSpPr>
          <p:spPr>
            <a:xfrm>
              <a:off x="3048000" y="-1"/>
              <a:ext cx="511176" cy="45720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68" y="21600"/>
                  </a:lnTo>
                  <a:lnTo>
                    <a:pt x="21600" y="21516"/>
                  </a:lnTo>
                  <a:lnTo>
                    <a:pt x="21533" y="0"/>
                  </a:lnTo>
                  <a:cubicBezTo>
                    <a:pt x="21533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3" name="Shape 1153"/>
            <p:cNvSpPr/>
            <p:nvPr/>
          </p:nvSpPr>
          <p:spPr>
            <a:xfrm>
              <a:off x="4076700" y="965200"/>
              <a:ext cx="511176" cy="5111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5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4" name="Shape 1154"/>
            <p:cNvSpPr/>
            <p:nvPr/>
          </p:nvSpPr>
          <p:spPr>
            <a:xfrm>
              <a:off x="0" y="4038600"/>
              <a:ext cx="511176" cy="5111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5" name="Shape 1155"/>
            <p:cNvSpPr/>
            <p:nvPr/>
          </p:nvSpPr>
          <p:spPr>
            <a:xfrm>
              <a:off x="16167100" y="25399"/>
              <a:ext cx="511175" cy="4778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71" y="21600"/>
                  </a:lnTo>
                  <a:lnTo>
                    <a:pt x="21600" y="21520"/>
                  </a:lnTo>
                  <a:lnTo>
                    <a:pt x="21530" y="0"/>
                  </a:lnTo>
                  <a:cubicBezTo>
                    <a:pt x="2153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6" name="Shape 1156"/>
            <p:cNvSpPr/>
            <p:nvPr/>
          </p:nvSpPr>
          <p:spPr>
            <a:xfrm>
              <a:off x="15659100" y="25399"/>
              <a:ext cx="511175" cy="4794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71" y="21600"/>
                  </a:lnTo>
                  <a:lnTo>
                    <a:pt x="21600" y="21519"/>
                  </a:lnTo>
                  <a:lnTo>
                    <a:pt x="21529" y="0"/>
                  </a:lnTo>
                  <a:cubicBezTo>
                    <a:pt x="21529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7" name="Shape 1157"/>
            <p:cNvSpPr/>
            <p:nvPr/>
          </p:nvSpPr>
          <p:spPr>
            <a:xfrm>
              <a:off x="20256500" y="482599"/>
              <a:ext cx="511175" cy="5111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8" name="Shape 1158"/>
            <p:cNvSpPr/>
            <p:nvPr/>
          </p:nvSpPr>
          <p:spPr>
            <a:xfrm>
              <a:off x="15151100" y="495299"/>
              <a:ext cx="511175" cy="5111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9" name="Shape 1159"/>
            <p:cNvSpPr/>
            <p:nvPr/>
          </p:nvSpPr>
          <p:spPr>
            <a:xfrm>
              <a:off x="14122400" y="507999"/>
              <a:ext cx="511175" cy="5111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60" name="Shape 1160"/>
            <p:cNvSpPr/>
            <p:nvPr/>
          </p:nvSpPr>
          <p:spPr>
            <a:xfrm>
              <a:off x="18719800" y="1003300"/>
              <a:ext cx="511175" cy="5111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61" name="Shape 1161"/>
            <p:cNvSpPr/>
            <p:nvPr/>
          </p:nvSpPr>
          <p:spPr>
            <a:xfrm>
              <a:off x="20764500" y="1497012"/>
              <a:ext cx="511175" cy="5127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62" name="Shape 1162"/>
            <p:cNvSpPr/>
            <p:nvPr/>
          </p:nvSpPr>
          <p:spPr>
            <a:xfrm>
              <a:off x="19748500" y="1511300"/>
              <a:ext cx="511175" cy="5111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63" name="Shape 1163"/>
            <p:cNvSpPr/>
            <p:nvPr/>
          </p:nvSpPr>
          <p:spPr>
            <a:xfrm>
              <a:off x="18719800" y="1509712"/>
              <a:ext cx="511175" cy="5127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64" name="Shape 1164"/>
            <p:cNvSpPr/>
            <p:nvPr/>
          </p:nvSpPr>
          <p:spPr>
            <a:xfrm>
              <a:off x="17195800" y="1509712"/>
              <a:ext cx="511175" cy="5127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65" name="Shape 1165"/>
            <p:cNvSpPr/>
            <p:nvPr/>
          </p:nvSpPr>
          <p:spPr>
            <a:xfrm>
              <a:off x="14643100" y="1524000"/>
              <a:ext cx="511175" cy="5111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66" name="Shape 1166"/>
            <p:cNvSpPr/>
            <p:nvPr/>
          </p:nvSpPr>
          <p:spPr>
            <a:xfrm>
              <a:off x="20256500" y="2019300"/>
              <a:ext cx="511175" cy="5111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67" name="Shape 1167"/>
            <p:cNvSpPr/>
            <p:nvPr/>
          </p:nvSpPr>
          <p:spPr>
            <a:xfrm>
              <a:off x="18211800" y="2019300"/>
              <a:ext cx="511175" cy="5111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68" name="Shape 1168"/>
            <p:cNvSpPr/>
            <p:nvPr/>
          </p:nvSpPr>
          <p:spPr>
            <a:xfrm>
              <a:off x="20764500" y="2527300"/>
              <a:ext cx="511175" cy="5111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69" name="Shape 1169"/>
            <p:cNvSpPr/>
            <p:nvPr/>
          </p:nvSpPr>
          <p:spPr>
            <a:xfrm>
              <a:off x="20256500" y="2527300"/>
              <a:ext cx="511175" cy="5111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70" name="Shape 1170"/>
            <p:cNvSpPr/>
            <p:nvPr/>
          </p:nvSpPr>
          <p:spPr>
            <a:xfrm>
              <a:off x="23317198" y="3022600"/>
              <a:ext cx="511176" cy="4794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80"/>
                  </a:moveTo>
                  <a:lnTo>
                    <a:pt x="71" y="21600"/>
                  </a:lnTo>
                  <a:lnTo>
                    <a:pt x="21600" y="21600"/>
                  </a:lnTo>
                  <a:lnTo>
                    <a:pt x="21529" y="0"/>
                  </a:lnTo>
                  <a:cubicBezTo>
                    <a:pt x="21529" y="0"/>
                    <a:pt x="0" y="80"/>
                    <a:pt x="0" y="8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71" name="Shape 1171"/>
            <p:cNvSpPr/>
            <p:nvPr/>
          </p:nvSpPr>
          <p:spPr>
            <a:xfrm>
              <a:off x="22809198" y="3021013"/>
              <a:ext cx="511176" cy="4794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80"/>
                  </a:moveTo>
                  <a:lnTo>
                    <a:pt x="70" y="21600"/>
                  </a:lnTo>
                  <a:lnTo>
                    <a:pt x="21600" y="21600"/>
                  </a:lnTo>
                  <a:lnTo>
                    <a:pt x="21529" y="0"/>
                  </a:lnTo>
                  <a:cubicBezTo>
                    <a:pt x="21529" y="0"/>
                    <a:pt x="0" y="80"/>
                    <a:pt x="0" y="8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172" name="Shape 1172"/>
          <p:cNvSpPr txBox="1">
            <a:spLocks noGrp="1"/>
          </p:cNvSpPr>
          <p:nvPr>
            <p:ph type="title"/>
          </p:nvPr>
        </p:nvSpPr>
        <p:spPr>
          <a:xfrm>
            <a:off x="1345915" y="2411885"/>
            <a:ext cx="10452535" cy="2328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3" name="Shape 1173"/>
          <p:cNvSpPr txBox="1">
            <a:spLocks noGrp="1"/>
          </p:cNvSpPr>
          <p:nvPr>
            <p:ph type="body" idx="1"/>
          </p:nvPr>
        </p:nvSpPr>
        <p:spPr>
          <a:xfrm>
            <a:off x="686113" y="4740653"/>
            <a:ext cx="21861547" cy="897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82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82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82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–"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82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AutoNum type="arabicPeriod"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4" name="Shape 1174"/>
          <p:cNvSpPr txBox="1"/>
          <p:nvPr/>
        </p:nvSpPr>
        <p:spPr>
          <a:xfrm>
            <a:off x="21363666" y="744071"/>
            <a:ext cx="234380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r>
            <a:endParaRPr/>
          </a:p>
        </p:txBody>
      </p:sp>
      <p:sp>
        <p:nvSpPr>
          <p:cNvPr id="1175" name="Shape 1175"/>
          <p:cNvSpPr txBox="1">
            <a:spLocks noGrp="1"/>
          </p:cNvSpPr>
          <p:nvPr>
            <p:ph type="sldNum" idx="12"/>
          </p:nvPr>
        </p:nvSpPr>
        <p:spPr>
          <a:xfrm>
            <a:off x="17474063" y="12481869"/>
            <a:ext cx="56892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you">
  <p:cSld name="Thankyou">
    <p:bg>
      <p:bgPr>
        <a:solidFill>
          <a:srgbClr val="FEFEFE"/>
        </a:solidFill>
        <a:effectLst/>
      </p:bgPr>
    </p:bg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7" name="Shape 1177"/>
          <p:cNvGrpSpPr/>
          <p:nvPr/>
        </p:nvGrpSpPr>
        <p:grpSpPr>
          <a:xfrm>
            <a:off x="-2" y="-2"/>
            <a:ext cx="24393537" cy="13757705"/>
            <a:chOff x="-2" y="-1"/>
            <a:chExt cx="24382417" cy="13757704"/>
          </a:xfrm>
        </p:grpSpPr>
        <p:sp>
          <p:nvSpPr>
            <p:cNvPr id="1178" name="Shape 1178"/>
            <p:cNvSpPr/>
            <p:nvPr/>
          </p:nvSpPr>
          <p:spPr>
            <a:xfrm>
              <a:off x="-1" y="2251414"/>
              <a:ext cx="2678641" cy="797489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18668"/>
                  </a:lnTo>
                  <a:lnTo>
                    <a:pt x="14067" y="7698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79" name="Shape 1179"/>
            <p:cNvSpPr/>
            <p:nvPr/>
          </p:nvSpPr>
          <p:spPr>
            <a:xfrm>
              <a:off x="1234208" y="1844532"/>
              <a:ext cx="8842907" cy="919723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3659" y="16746"/>
                  </a:moveTo>
                  <a:lnTo>
                    <a:pt x="9755" y="21600"/>
                  </a:lnTo>
                  <a:lnTo>
                    <a:pt x="21600" y="15739"/>
                  </a:lnTo>
                  <a:lnTo>
                    <a:pt x="17941" y="4854"/>
                  </a:lnTo>
                  <a:lnTo>
                    <a:pt x="11845" y="0"/>
                  </a:lnTo>
                  <a:lnTo>
                    <a:pt x="0" y="5861"/>
                  </a:lnTo>
                  <a:cubicBezTo>
                    <a:pt x="0" y="5861"/>
                    <a:pt x="3659" y="16746"/>
                    <a:pt x="3659" y="167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80" name="Shape 1180"/>
            <p:cNvSpPr/>
            <p:nvPr/>
          </p:nvSpPr>
          <p:spPr>
            <a:xfrm>
              <a:off x="-2" y="9738045"/>
              <a:ext cx="2439600" cy="4017963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13210" y="6221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81" name="Shape 1181"/>
            <p:cNvSpPr/>
            <p:nvPr/>
          </p:nvSpPr>
          <p:spPr>
            <a:xfrm>
              <a:off x="15420833" y="1925908"/>
              <a:ext cx="8942932" cy="90361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8449"/>
                  </a:moveTo>
                  <a:lnTo>
                    <a:pt x="5636" y="16022"/>
                  </a:lnTo>
                  <a:lnTo>
                    <a:pt x="12209" y="21600"/>
                  </a:lnTo>
                  <a:lnTo>
                    <a:pt x="21600" y="13151"/>
                  </a:lnTo>
                  <a:lnTo>
                    <a:pt x="15964" y="5578"/>
                  </a:lnTo>
                  <a:lnTo>
                    <a:pt x="9391" y="0"/>
                  </a:lnTo>
                  <a:cubicBezTo>
                    <a:pt x="9391" y="0"/>
                    <a:pt x="0" y="8449"/>
                    <a:pt x="0" y="84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82" name="Shape 1182"/>
            <p:cNvSpPr/>
            <p:nvPr/>
          </p:nvSpPr>
          <p:spPr>
            <a:xfrm>
              <a:off x="2251413" y="8897156"/>
              <a:ext cx="7330662" cy="4858852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665" y="16683"/>
                  </a:moveTo>
                  <a:lnTo>
                    <a:pt x="0" y="21600"/>
                  </a:lnTo>
                  <a:lnTo>
                    <a:pt x="19825" y="21600"/>
                  </a:lnTo>
                  <a:lnTo>
                    <a:pt x="21600" y="8467"/>
                  </a:lnTo>
                  <a:lnTo>
                    <a:pt x="6277" y="0"/>
                  </a:lnTo>
                  <a:cubicBezTo>
                    <a:pt x="6277" y="0"/>
                    <a:pt x="665" y="16683"/>
                    <a:pt x="665" y="1668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83" name="Shape 1183"/>
            <p:cNvSpPr/>
            <p:nvPr/>
          </p:nvSpPr>
          <p:spPr>
            <a:xfrm>
              <a:off x="-1" y="-1"/>
              <a:ext cx="2063233" cy="2356527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14245" y="20250"/>
                  </a:lnTo>
                  <a:lnTo>
                    <a:pt x="21600" y="13862"/>
                  </a:lnTo>
                  <a:lnTo>
                    <a:pt x="19649" y="0"/>
                  </a:lnTo>
                  <a:cubicBezTo>
                    <a:pt x="19649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84" name="Shape 1184"/>
            <p:cNvSpPr/>
            <p:nvPr/>
          </p:nvSpPr>
          <p:spPr>
            <a:xfrm>
              <a:off x="23449973" y="-1"/>
              <a:ext cx="929049" cy="2202252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4537" y="0"/>
                  </a:moveTo>
                  <a:lnTo>
                    <a:pt x="0" y="13841"/>
                  </a:lnTo>
                  <a:lnTo>
                    <a:pt x="18139" y="21425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4537" y="0"/>
                    <a:pt x="45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85" name="Shape 1185"/>
            <p:cNvSpPr/>
            <p:nvPr/>
          </p:nvSpPr>
          <p:spPr>
            <a:xfrm>
              <a:off x="21524066" y="3634813"/>
              <a:ext cx="2853262" cy="711874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5984"/>
                  </a:move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5984"/>
                    <a:pt x="0" y="59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86" name="Shape 1186"/>
            <p:cNvSpPr/>
            <p:nvPr/>
          </p:nvSpPr>
          <p:spPr>
            <a:xfrm>
              <a:off x="8205456" y="2197163"/>
              <a:ext cx="9141287" cy="850892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5240" y="18416"/>
                  </a:moveTo>
                  <a:lnTo>
                    <a:pt x="16767" y="21600"/>
                  </a:lnTo>
                  <a:lnTo>
                    <a:pt x="21600" y="8376"/>
                  </a:lnTo>
                  <a:lnTo>
                    <a:pt x="16360" y="3184"/>
                  </a:lnTo>
                  <a:lnTo>
                    <a:pt x="4833" y="0"/>
                  </a:lnTo>
                  <a:lnTo>
                    <a:pt x="0" y="13224"/>
                  </a:lnTo>
                  <a:cubicBezTo>
                    <a:pt x="0" y="13224"/>
                    <a:pt x="5240" y="18416"/>
                    <a:pt x="5240" y="184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87" name="Shape 1187"/>
            <p:cNvSpPr/>
            <p:nvPr/>
          </p:nvSpPr>
          <p:spPr>
            <a:xfrm>
              <a:off x="16478727" y="-1"/>
              <a:ext cx="7903688" cy="398744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254" y="11257"/>
                  </a:lnTo>
                  <a:lnTo>
                    <a:pt x="7831" y="21600"/>
                  </a:lnTo>
                  <a:lnTo>
                    <a:pt x="21600" y="7679"/>
                  </a:lnTo>
                  <a:lnTo>
                    <a:pt x="21600" y="7260"/>
                  </a:lnTo>
                  <a:lnTo>
                    <a:pt x="20146" y="0"/>
                  </a:lnTo>
                  <a:cubicBezTo>
                    <a:pt x="20146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88" name="Shape 1188"/>
            <p:cNvSpPr/>
            <p:nvPr/>
          </p:nvSpPr>
          <p:spPr>
            <a:xfrm>
              <a:off x="9521042" y="-1"/>
              <a:ext cx="6835621" cy="338729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912" y="21600"/>
                  </a:lnTo>
                  <a:lnTo>
                    <a:pt x="21600" y="18093"/>
                  </a:lnTo>
                  <a:lnTo>
                    <a:pt x="21453" y="11090"/>
                  </a:lnTo>
                  <a:lnTo>
                    <a:pt x="20985" y="0"/>
                  </a:lnTo>
                  <a:cubicBezTo>
                    <a:pt x="20985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89" name="Shape 1189"/>
            <p:cNvSpPr/>
            <p:nvPr/>
          </p:nvSpPr>
          <p:spPr>
            <a:xfrm>
              <a:off x="664573" y="-1"/>
              <a:ext cx="9029395" cy="471474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1384" y="0"/>
                  </a:moveTo>
                  <a:lnTo>
                    <a:pt x="0" y="8913"/>
                  </a:lnTo>
                  <a:lnTo>
                    <a:pt x="13612" y="21600"/>
                  </a:lnTo>
                  <a:lnTo>
                    <a:pt x="20237" y="8777"/>
                  </a:lnTo>
                  <a:lnTo>
                    <a:pt x="21600" y="0"/>
                  </a:lnTo>
                  <a:cubicBezTo>
                    <a:pt x="21600" y="0"/>
                    <a:pt x="1384" y="0"/>
                    <a:pt x="13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90" name="Shape 1190"/>
            <p:cNvSpPr/>
            <p:nvPr/>
          </p:nvSpPr>
          <p:spPr>
            <a:xfrm>
              <a:off x="7622258" y="8775091"/>
              <a:ext cx="9980482" cy="49775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5549" y="6130"/>
                  </a:moveTo>
                  <a:lnTo>
                    <a:pt x="0" y="16329"/>
                  </a:lnTo>
                  <a:lnTo>
                    <a:pt x="1064" y="21600"/>
                  </a:lnTo>
                  <a:lnTo>
                    <a:pt x="21600" y="21600"/>
                  </a:lnTo>
                  <a:lnTo>
                    <a:pt x="17240" y="0"/>
                  </a:lnTo>
                  <a:cubicBezTo>
                    <a:pt x="17240" y="0"/>
                    <a:pt x="5549" y="6130"/>
                    <a:pt x="5549" y="61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91" name="Shape 1191"/>
            <p:cNvSpPr/>
            <p:nvPr/>
          </p:nvSpPr>
          <p:spPr>
            <a:xfrm>
              <a:off x="22487020" y="10470433"/>
              <a:ext cx="1893699" cy="3287270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92" name="Shape 1192"/>
            <p:cNvSpPr/>
            <p:nvPr/>
          </p:nvSpPr>
          <p:spPr>
            <a:xfrm>
              <a:off x="14851198" y="8829342"/>
              <a:ext cx="9521044" cy="492327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5165" y="6060"/>
                  </a:moveTo>
                  <a:lnTo>
                    <a:pt x="0" y="15408"/>
                  </a:lnTo>
                  <a:lnTo>
                    <a:pt x="1147" y="21600"/>
                  </a:lnTo>
                  <a:lnTo>
                    <a:pt x="21600" y="21600"/>
                  </a:lnTo>
                  <a:lnTo>
                    <a:pt x="21600" y="19275"/>
                  </a:lnTo>
                  <a:lnTo>
                    <a:pt x="18031" y="0"/>
                  </a:lnTo>
                  <a:cubicBezTo>
                    <a:pt x="18031" y="0"/>
                    <a:pt x="5165" y="6060"/>
                    <a:pt x="5165" y="606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193" name="Shape 1193"/>
          <p:cNvSpPr txBox="1">
            <a:spLocks noGrp="1"/>
          </p:cNvSpPr>
          <p:nvPr>
            <p:ph type="title"/>
          </p:nvPr>
        </p:nvSpPr>
        <p:spPr>
          <a:xfrm>
            <a:off x="2733417" y="4081782"/>
            <a:ext cx="15632335" cy="4775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194" name="Shape 1194"/>
          <p:cNvGrpSpPr/>
          <p:nvPr/>
        </p:nvGrpSpPr>
        <p:grpSpPr>
          <a:xfrm>
            <a:off x="1384944" y="11155627"/>
            <a:ext cx="1396623" cy="1395987"/>
            <a:chOff x="0" y="0"/>
            <a:chExt cx="1395985" cy="1395985"/>
          </a:xfrm>
        </p:grpSpPr>
        <p:sp>
          <p:nvSpPr>
            <p:cNvPr id="1195" name="Shape 1195"/>
            <p:cNvSpPr/>
            <p:nvPr/>
          </p:nvSpPr>
          <p:spPr>
            <a:xfrm>
              <a:off x="0" y="0"/>
              <a:ext cx="1395985" cy="139598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96" name="Shape 1196"/>
            <p:cNvSpPr/>
            <p:nvPr/>
          </p:nvSpPr>
          <p:spPr>
            <a:xfrm>
              <a:off x="251184" y="256109"/>
              <a:ext cx="920704" cy="880390"/>
            </a:xfrm>
            <a:custGeom>
              <a:avLst/>
              <a:gdLst/>
              <a:ahLst/>
              <a:cxnLst/>
              <a:rect l="0" t="0" r="0" b="0"/>
              <a:pathLst>
                <a:path w="21600" h="21458" extrusionOk="0">
                  <a:moveTo>
                    <a:pt x="16952" y="15509"/>
                  </a:moveTo>
                  <a:lnTo>
                    <a:pt x="21600" y="10680"/>
                  </a:lnTo>
                  <a:lnTo>
                    <a:pt x="20270" y="9299"/>
                  </a:lnTo>
                  <a:lnTo>
                    <a:pt x="15965" y="13772"/>
                  </a:lnTo>
                  <a:lnTo>
                    <a:pt x="14953" y="12721"/>
                  </a:lnTo>
                  <a:lnTo>
                    <a:pt x="13624" y="14101"/>
                  </a:lnTo>
                  <a:lnTo>
                    <a:pt x="14978" y="15509"/>
                  </a:lnTo>
                  <a:cubicBezTo>
                    <a:pt x="15523" y="16075"/>
                    <a:pt x="16407" y="16075"/>
                    <a:pt x="16952" y="15509"/>
                  </a:cubicBezTo>
                  <a:moveTo>
                    <a:pt x="19010" y="6901"/>
                  </a:moveTo>
                  <a:lnTo>
                    <a:pt x="20782" y="5059"/>
                  </a:lnTo>
                  <a:lnTo>
                    <a:pt x="19010" y="3217"/>
                  </a:lnTo>
                  <a:lnTo>
                    <a:pt x="18177" y="4082"/>
                  </a:lnTo>
                  <a:lnTo>
                    <a:pt x="13753" y="4082"/>
                  </a:lnTo>
                  <a:lnTo>
                    <a:pt x="12920" y="3217"/>
                  </a:lnTo>
                  <a:lnTo>
                    <a:pt x="11148" y="5059"/>
                  </a:lnTo>
                  <a:lnTo>
                    <a:pt x="12920" y="6901"/>
                  </a:lnTo>
                  <a:lnTo>
                    <a:pt x="13753" y="6036"/>
                  </a:lnTo>
                  <a:lnTo>
                    <a:pt x="15025" y="6036"/>
                  </a:lnTo>
                  <a:lnTo>
                    <a:pt x="15025" y="8650"/>
                  </a:lnTo>
                  <a:cubicBezTo>
                    <a:pt x="15602" y="8295"/>
                    <a:pt x="16328" y="8294"/>
                    <a:pt x="16905" y="8650"/>
                  </a:cubicBezTo>
                  <a:lnTo>
                    <a:pt x="16905" y="6036"/>
                  </a:lnTo>
                  <a:lnTo>
                    <a:pt x="18177" y="6036"/>
                  </a:lnTo>
                  <a:cubicBezTo>
                    <a:pt x="18177" y="6036"/>
                    <a:pt x="19010" y="6901"/>
                    <a:pt x="19010" y="6901"/>
                  </a:cubicBezTo>
                  <a:close/>
                  <a:moveTo>
                    <a:pt x="15965" y="3684"/>
                  </a:moveTo>
                  <a:lnTo>
                    <a:pt x="17738" y="1843"/>
                  </a:lnTo>
                  <a:lnTo>
                    <a:pt x="15965" y="0"/>
                  </a:lnTo>
                  <a:lnTo>
                    <a:pt x="14192" y="1843"/>
                  </a:lnTo>
                  <a:cubicBezTo>
                    <a:pt x="14192" y="1843"/>
                    <a:pt x="15965" y="3684"/>
                    <a:pt x="15965" y="3684"/>
                  </a:cubicBezTo>
                  <a:close/>
                  <a:moveTo>
                    <a:pt x="11660" y="9299"/>
                  </a:moveTo>
                  <a:lnTo>
                    <a:pt x="10331" y="10680"/>
                  </a:lnTo>
                  <a:lnTo>
                    <a:pt x="11660" y="12061"/>
                  </a:lnTo>
                  <a:lnTo>
                    <a:pt x="12989" y="10680"/>
                  </a:lnTo>
                  <a:cubicBezTo>
                    <a:pt x="12989" y="10680"/>
                    <a:pt x="11660" y="9299"/>
                    <a:pt x="11660" y="9299"/>
                  </a:cubicBezTo>
                  <a:close/>
                  <a:moveTo>
                    <a:pt x="8282" y="17567"/>
                  </a:moveTo>
                  <a:cubicBezTo>
                    <a:pt x="8282" y="15877"/>
                    <a:pt x="7291" y="14733"/>
                    <a:pt x="5701" y="14733"/>
                  </a:cubicBezTo>
                  <a:lnTo>
                    <a:pt x="122" y="14733"/>
                  </a:lnTo>
                  <a:lnTo>
                    <a:pt x="122" y="16550"/>
                  </a:lnTo>
                  <a:lnTo>
                    <a:pt x="5676" y="16550"/>
                  </a:lnTo>
                  <a:cubicBezTo>
                    <a:pt x="6324" y="16550"/>
                    <a:pt x="6728" y="16944"/>
                    <a:pt x="6728" y="17567"/>
                  </a:cubicBezTo>
                  <a:cubicBezTo>
                    <a:pt x="6728" y="18202"/>
                    <a:pt x="6324" y="18583"/>
                    <a:pt x="5676" y="18583"/>
                  </a:cubicBezTo>
                  <a:lnTo>
                    <a:pt x="122" y="18583"/>
                  </a:lnTo>
                  <a:lnTo>
                    <a:pt x="122" y="20401"/>
                  </a:lnTo>
                  <a:lnTo>
                    <a:pt x="5701" y="20401"/>
                  </a:lnTo>
                  <a:cubicBezTo>
                    <a:pt x="7291" y="20401"/>
                    <a:pt x="8282" y="19257"/>
                    <a:pt x="8282" y="17567"/>
                  </a:cubicBezTo>
                  <a:moveTo>
                    <a:pt x="8282" y="3811"/>
                  </a:moveTo>
                  <a:cubicBezTo>
                    <a:pt x="8282" y="2032"/>
                    <a:pt x="7242" y="1015"/>
                    <a:pt x="5762" y="1015"/>
                  </a:cubicBezTo>
                  <a:cubicBezTo>
                    <a:pt x="4282" y="1015"/>
                    <a:pt x="3768" y="2006"/>
                    <a:pt x="3389" y="3049"/>
                  </a:cubicBezTo>
                  <a:lnTo>
                    <a:pt x="3009" y="4091"/>
                  </a:lnTo>
                  <a:cubicBezTo>
                    <a:pt x="2801" y="4663"/>
                    <a:pt x="2447" y="4764"/>
                    <a:pt x="2214" y="4764"/>
                  </a:cubicBezTo>
                  <a:cubicBezTo>
                    <a:pt x="1774" y="4764"/>
                    <a:pt x="1443" y="4434"/>
                    <a:pt x="1443" y="3849"/>
                  </a:cubicBezTo>
                  <a:cubicBezTo>
                    <a:pt x="1443" y="3277"/>
                    <a:pt x="1811" y="2896"/>
                    <a:pt x="2385" y="2896"/>
                  </a:cubicBezTo>
                  <a:lnTo>
                    <a:pt x="2606" y="2896"/>
                  </a:lnTo>
                  <a:lnTo>
                    <a:pt x="2606" y="1193"/>
                  </a:lnTo>
                  <a:lnTo>
                    <a:pt x="2422" y="1193"/>
                  </a:lnTo>
                  <a:cubicBezTo>
                    <a:pt x="930" y="1193"/>
                    <a:pt x="0" y="2261"/>
                    <a:pt x="0" y="3849"/>
                  </a:cubicBezTo>
                  <a:cubicBezTo>
                    <a:pt x="0" y="5514"/>
                    <a:pt x="1101" y="6480"/>
                    <a:pt x="2324" y="6480"/>
                  </a:cubicBezTo>
                  <a:cubicBezTo>
                    <a:pt x="3499" y="6480"/>
                    <a:pt x="4196" y="5845"/>
                    <a:pt x="4636" y="4637"/>
                  </a:cubicBezTo>
                  <a:lnTo>
                    <a:pt x="5065" y="3468"/>
                  </a:lnTo>
                  <a:cubicBezTo>
                    <a:pt x="5260" y="2947"/>
                    <a:pt x="5529" y="2743"/>
                    <a:pt x="5933" y="2743"/>
                  </a:cubicBezTo>
                  <a:cubicBezTo>
                    <a:pt x="6496" y="2743"/>
                    <a:pt x="6826" y="3125"/>
                    <a:pt x="6826" y="3811"/>
                  </a:cubicBezTo>
                  <a:cubicBezTo>
                    <a:pt x="6826" y="4497"/>
                    <a:pt x="6520" y="4917"/>
                    <a:pt x="5872" y="4917"/>
                  </a:cubicBezTo>
                  <a:lnTo>
                    <a:pt x="5578" y="4917"/>
                  </a:lnTo>
                  <a:lnTo>
                    <a:pt x="5578" y="6633"/>
                  </a:lnTo>
                  <a:lnTo>
                    <a:pt x="5860" y="6633"/>
                  </a:lnTo>
                  <a:cubicBezTo>
                    <a:pt x="7352" y="6633"/>
                    <a:pt x="8282" y="5438"/>
                    <a:pt x="8282" y="3811"/>
                  </a:cubicBezTo>
                  <a:moveTo>
                    <a:pt x="1676" y="7753"/>
                  </a:moveTo>
                  <a:lnTo>
                    <a:pt x="122" y="7753"/>
                  </a:lnTo>
                  <a:lnTo>
                    <a:pt x="122" y="13129"/>
                  </a:lnTo>
                  <a:lnTo>
                    <a:pt x="1676" y="13129"/>
                  </a:lnTo>
                  <a:lnTo>
                    <a:pt x="1676" y="11350"/>
                  </a:lnTo>
                  <a:lnTo>
                    <a:pt x="8159" y="11350"/>
                  </a:lnTo>
                  <a:lnTo>
                    <a:pt x="8159" y="9533"/>
                  </a:lnTo>
                  <a:lnTo>
                    <a:pt x="1676" y="9533"/>
                  </a:lnTo>
                  <a:cubicBezTo>
                    <a:pt x="1676" y="9533"/>
                    <a:pt x="1676" y="7753"/>
                    <a:pt x="1676" y="7753"/>
                  </a:cubicBezTo>
                  <a:close/>
                  <a:moveTo>
                    <a:pt x="14978" y="9273"/>
                  </a:moveTo>
                  <a:lnTo>
                    <a:pt x="10331" y="14101"/>
                  </a:lnTo>
                  <a:lnTo>
                    <a:pt x="11660" y="15483"/>
                  </a:lnTo>
                  <a:lnTo>
                    <a:pt x="15965" y="11009"/>
                  </a:lnTo>
                  <a:lnTo>
                    <a:pt x="16978" y="12061"/>
                  </a:lnTo>
                  <a:lnTo>
                    <a:pt x="18307" y="10680"/>
                  </a:lnTo>
                  <a:lnTo>
                    <a:pt x="16952" y="9273"/>
                  </a:lnTo>
                  <a:cubicBezTo>
                    <a:pt x="16407" y="8707"/>
                    <a:pt x="15523" y="8707"/>
                    <a:pt x="14978" y="9273"/>
                  </a:cubicBezTo>
                  <a:moveTo>
                    <a:pt x="12294" y="15483"/>
                  </a:moveTo>
                  <a:lnTo>
                    <a:pt x="10964" y="16864"/>
                  </a:lnTo>
                  <a:lnTo>
                    <a:pt x="12319" y="18271"/>
                  </a:lnTo>
                  <a:cubicBezTo>
                    <a:pt x="12864" y="18838"/>
                    <a:pt x="13748" y="18838"/>
                    <a:pt x="14293" y="18271"/>
                  </a:cubicBezTo>
                  <a:lnTo>
                    <a:pt x="15648" y="16863"/>
                  </a:lnTo>
                  <a:lnTo>
                    <a:pt x="14319" y="15483"/>
                  </a:lnTo>
                  <a:lnTo>
                    <a:pt x="13307" y="16534"/>
                  </a:lnTo>
                  <a:cubicBezTo>
                    <a:pt x="13307" y="16534"/>
                    <a:pt x="12294" y="15483"/>
                    <a:pt x="12294" y="15483"/>
                  </a:cubicBezTo>
                  <a:close/>
                  <a:moveTo>
                    <a:pt x="14953" y="18245"/>
                  </a:moveTo>
                  <a:lnTo>
                    <a:pt x="13623" y="19626"/>
                  </a:lnTo>
                  <a:lnTo>
                    <a:pt x="14978" y="21033"/>
                  </a:lnTo>
                  <a:cubicBezTo>
                    <a:pt x="15523" y="21600"/>
                    <a:pt x="16407" y="21600"/>
                    <a:pt x="16952" y="21033"/>
                  </a:cubicBezTo>
                  <a:lnTo>
                    <a:pt x="18307" y="19626"/>
                  </a:lnTo>
                  <a:lnTo>
                    <a:pt x="16978" y="18245"/>
                  </a:lnTo>
                  <a:lnTo>
                    <a:pt x="15965" y="19296"/>
                  </a:lnTo>
                  <a:cubicBezTo>
                    <a:pt x="15965" y="19296"/>
                    <a:pt x="14953" y="18245"/>
                    <a:pt x="14953" y="18245"/>
                  </a:cubicBezTo>
                  <a:close/>
                  <a:moveTo>
                    <a:pt x="20271" y="15483"/>
                  </a:moveTo>
                  <a:lnTo>
                    <a:pt x="21600" y="14101"/>
                  </a:lnTo>
                  <a:lnTo>
                    <a:pt x="20270" y="12720"/>
                  </a:lnTo>
                  <a:lnTo>
                    <a:pt x="18941" y="14101"/>
                  </a:lnTo>
                  <a:cubicBezTo>
                    <a:pt x="18941" y="14101"/>
                    <a:pt x="20271" y="15483"/>
                    <a:pt x="20271" y="15483"/>
                  </a:cubicBezTo>
                  <a:close/>
                  <a:moveTo>
                    <a:pt x="17637" y="18271"/>
                  </a:moveTo>
                  <a:cubicBezTo>
                    <a:pt x="18182" y="18838"/>
                    <a:pt x="19066" y="18838"/>
                    <a:pt x="19612" y="18271"/>
                  </a:cubicBezTo>
                  <a:lnTo>
                    <a:pt x="20966" y="16864"/>
                  </a:lnTo>
                  <a:lnTo>
                    <a:pt x="19636" y="15483"/>
                  </a:lnTo>
                  <a:lnTo>
                    <a:pt x="18624" y="16534"/>
                  </a:lnTo>
                  <a:lnTo>
                    <a:pt x="17611" y="15483"/>
                  </a:lnTo>
                  <a:lnTo>
                    <a:pt x="16282" y="16863"/>
                  </a:lnTo>
                  <a:cubicBezTo>
                    <a:pt x="16282" y="16863"/>
                    <a:pt x="17637" y="18271"/>
                    <a:pt x="17637" y="1827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197" name="Shape 1197"/>
          <p:cNvSpPr txBox="1">
            <a:spLocks noGrp="1"/>
          </p:cNvSpPr>
          <p:nvPr>
            <p:ph type="sldNum" idx="12"/>
          </p:nvPr>
        </p:nvSpPr>
        <p:spPr>
          <a:xfrm>
            <a:off x="17474063" y="12481869"/>
            <a:ext cx="56892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text 2 column and image">
  <p:cSld name="1_Title, text 2 column and image">
    <p:bg>
      <p:bgPr>
        <a:solidFill>
          <a:srgbClr val="FEFEFE"/>
        </a:solidFill>
        <a:effectLst/>
      </p:bgPr>
    </p:bg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" name="Shape 440"/>
          <p:cNvGrpSpPr/>
          <p:nvPr/>
        </p:nvGrpSpPr>
        <p:grpSpPr>
          <a:xfrm>
            <a:off x="533643" y="-2"/>
            <a:ext cx="23839242" cy="4962527"/>
            <a:chOff x="0" y="-1"/>
            <a:chExt cx="23828374" cy="4962526"/>
          </a:xfrm>
        </p:grpSpPr>
        <p:sp>
          <p:nvSpPr>
            <p:cNvPr id="441" name="Shape 441"/>
            <p:cNvSpPr/>
            <p:nvPr/>
          </p:nvSpPr>
          <p:spPr>
            <a:xfrm>
              <a:off x="4584700" y="-1"/>
              <a:ext cx="511176" cy="45085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66" y="21600"/>
                  </a:lnTo>
                  <a:lnTo>
                    <a:pt x="21600" y="21515"/>
                  </a:lnTo>
                  <a:lnTo>
                    <a:pt x="21534" y="0"/>
                  </a:lnTo>
                  <a:cubicBezTo>
                    <a:pt x="21534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42" name="Shape 442"/>
            <p:cNvSpPr/>
            <p:nvPr/>
          </p:nvSpPr>
          <p:spPr>
            <a:xfrm>
              <a:off x="3048000" y="-1"/>
              <a:ext cx="511176" cy="45720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68" y="21600"/>
                  </a:lnTo>
                  <a:lnTo>
                    <a:pt x="21600" y="21516"/>
                  </a:lnTo>
                  <a:lnTo>
                    <a:pt x="21533" y="0"/>
                  </a:lnTo>
                  <a:cubicBezTo>
                    <a:pt x="21533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43" name="Shape 443"/>
            <p:cNvSpPr/>
            <p:nvPr/>
          </p:nvSpPr>
          <p:spPr>
            <a:xfrm>
              <a:off x="4076700" y="965200"/>
              <a:ext cx="511176" cy="5111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5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44" name="Shape 444"/>
            <p:cNvSpPr/>
            <p:nvPr/>
          </p:nvSpPr>
          <p:spPr>
            <a:xfrm>
              <a:off x="0" y="4038600"/>
              <a:ext cx="511176" cy="5111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45" name="Shape 445"/>
            <p:cNvSpPr/>
            <p:nvPr/>
          </p:nvSpPr>
          <p:spPr>
            <a:xfrm>
              <a:off x="1028700" y="4546600"/>
              <a:ext cx="511176" cy="4159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92"/>
                  </a:moveTo>
                  <a:lnTo>
                    <a:pt x="61" y="21600"/>
                  </a:lnTo>
                  <a:lnTo>
                    <a:pt x="21600" y="21600"/>
                  </a:lnTo>
                  <a:lnTo>
                    <a:pt x="21539" y="0"/>
                  </a:lnTo>
                  <a:cubicBezTo>
                    <a:pt x="21539" y="0"/>
                    <a:pt x="0" y="92"/>
                    <a:pt x="0" y="92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46" name="Shape 446"/>
            <p:cNvSpPr/>
            <p:nvPr/>
          </p:nvSpPr>
          <p:spPr>
            <a:xfrm>
              <a:off x="16167100" y="25399"/>
              <a:ext cx="511175" cy="47783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71" y="21600"/>
                  </a:lnTo>
                  <a:lnTo>
                    <a:pt x="21600" y="21520"/>
                  </a:lnTo>
                  <a:lnTo>
                    <a:pt x="21530" y="0"/>
                  </a:lnTo>
                  <a:cubicBezTo>
                    <a:pt x="2153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47" name="Shape 447"/>
            <p:cNvSpPr/>
            <p:nvPr/>
          </p:nvSpPr>
          <p:spPr>
            <a:xfrm>
              <a:off x="15659100" y="25399"/>
              <a:ext cx="511175" cy="4794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71" y="21600"/>
                  </a:lnTo>
                  <a:lnTo>
                    <a:pt x="21600" y="21519"/>
                  </a:lnTo>
                  <a:lnTo>
                    <a:pt x="21529" y="0"/>
                  </a:lnTo>
                  <a:cubicBezTo>
                    <a:pt x="21529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48" name="Shape 448"/>
            <p:cNvSpPr/>
            <p:nvPr/>
          </p:nvSpPr>
          <p:spPr>
            <a:xfrm>
              <a:off x="20256500" y="482599"/>
              <a:ext cx="511175" cy="5111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49" name="Shape 449"/>
            <p:cNvSpPr/>
            <p:nvPr/>
          </p:nvSpPr>
          <p:spPr>
            <a:xfrm>
              <a:off x="15151100" y="495299"/>
              <a:ext cx="511175" cy="5111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50" name="Shape 450"/>
            <p:cNvSpPr/>
            <p:nvPr/>
          </p:nvSpPr>
          <p:spPr>
            <a:xfrm>
              <a:off x="14122400" y="507999"/>
              <a:ext cx="511175" cy="5111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51" name="Shape 451"/>
            <p:cNvSpPr/>
            <p:nvPr/>
          </p:nvSpPr>
          <p:spPr>
            <a:xfrm>
              <a:off x="18719800" y="1003300"/>
              <a:ext cx="511175" cy="5111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52" name="Shape 452"/>
            <p:cNvSpPr/>
            <p:nvPr/>
          </p:nvSpPr>
          <p:spPr>
            <a:xfrm>
              <a:off x="20764500" y="1497012"/>
              <a:ext cx="511175" cy="5127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53" name="Shape 453"/>
            <p:cNvSpPr/>
            <p:nvPr/>
          </p:nvSpPr>
          <p:spPr>
            <a:xfrm>
              <a:off x="19748500" y="1511300"/>
              <a:ext cx="511175" cy="5111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54" name="Shape 454"/>
            <p:cNvSpPr/>
            <p:nvPr/>
          </p:nvSpPr>
          <p:spPr>
            <a:xfrm>
              <a:off x="18719800" y="1509712"/>
              <a:ext cx="511175" cy="5127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55" name="Shape 455"/>
            <p:cNvSpPr/>
            <p:nvPr/>
          </p:nvSpPr>
          <p:spPr>
            <a:xfrm>
              <a:off x="17195800" y="1509712"/>
              <a:ext cx="511175" cy="51276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56" name="Shape 456"/>
            <p:cNvSpPr/>
            <p:nvPr/>
          </p:nvSpPr>
          <p:spPr>
            <a:xfrm>
              <a:off x="14643100" y="1524000"/>
              <a:ext cx="511175" cy="5111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57" name="Shape 457"/>
            <p:cNvSpPr/>
            <p:nvPr/>
          </p:nvSpPr>
          <p:spPr>
            <a:xfrm>
              <a:off x="20256500" y="2019300"/>
              <a:ext cx="511175" cy="5111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58" name="Shape 458"/>
            <p:cNvSpPr/>
            <p:nvPr/>
          </p:nvSpPr>
          <p:spPr>
            <a:xfrm>
              <a:off x="18211800" y="2019300"/>
              <a:ext cx="511175" cy="5111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59" name="Shape 459"/>
            <p:cNvSpPr/>
            <p:nvPr/>
          </p:nvSpPr>
          <p:spPr>
            <a:xfrm>
              <a:off x="20764500" y="2527300"/>
              <a:ext cx="511175" cy="5111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60" name="Shape 460"/>
            <p:cNvSpPr/>
            <p:nvPr/>
          </p:nvSpPr>
          <p:spPr>
            <a:xfrm>
              <a:off x="20256500" y="2527300"/>
              <a:ext cx="511175" cy="51117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61" name="Shape 461"/>
            <p:cNvSpPr/>
            <p:nvPr/>
          </p:nvSpPr>
          <p:spPr>
            <a:xfrm>
              <a:off x="23317198" y="3022600"/>
              <a:ext cx="511176" cy="479425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80"/>
                  </a:moveTo>
                  <a:lnTo>
                    <a:pt x="71" y="21600"/>
                  </a:lnTo>
                  <a:lnTo>
                    <a:pt x="21600" y="21600"/>
                  </a:lnTo>
                  <a:lnTo>
                    <a:pt x="21529" y="0"/>
                  </a:lnTo>
                  <a:cubicBezTo>
                    <a:pt x="21529" y="0"/>
                    <a:pt x="0" y="80"/>
                    <a:pt x="0" y="8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62" name="Shape 462"/>
            <p:cNvSpPr/>
            <p:nvPr/>
          </p:nvSpPr>
          <p:spPr>
            <a:xfrm>
              <a:off x="22809198" y="3021013"/>
              <a:ext cx="511176" cy="479426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80"/>
                  </a:moveTo>
                  <a:lnTo>
                    <a:pt x="70" y="21600"/>
                  </a:lnTo>
                  <a:lnTo>
                    <a:pt x="21600" y="21600"/>
                  </a:lnTo>
                  <a:lnTo>
                    <a:pt x="21529" y="0"/>
                  </a:lnTo>
                  <a:cubicBezTo>
                    <a:pt x="21529" y="0"/>
                    <a:pt x="0" y="80"/>
                    <a:pt x="0" y="8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463" name="Shape 463"/>
          <p:cNvSpPr txBox="1">
            <a:spLocks noGrp="1"/>
          </p:cNvSpPr>
          <p:nvPr>
            <p:ph type="title"/>
          </p:nvPr>
        </p:nvSpPr>
        <p:spPr>
          <a:xfrm>
            <a:off x="1345915" y="2411884"/>
            <a:ext cx="10452535" cy="2438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4" name="Shape 464"/>
          <p:cNvSpPr txBox="1">
            <a:spLocks noGrp="1"/>
          </p:cNvSpPr>
          <p:nvPr>
            <p:ph type="body" idx="1"/>
          </p:nvPr>
        </p:nvSpPr>
        <p:spPr>
          <a:xfrm>
            <a:off x="1345915" y="4849905"/>
            <a:ext cx="14735604" cy="8866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937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37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Char char="–"/>
              <a:defRPr sz="2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37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AutoNum type="arabicPeriod"/>
              <a:defRPr sz="2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5" name="Shape 465"/>
          <p:cNvSpPr txBox="1"/>
          <p:nvPr/>
        </p:nvSpPr>
        <p:spPr>
          <a:xfrm>
            <a:off x="21363666" y="744071"/>
            <a:ext cx="234380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r>
            <a:endParaRPr/>
          </a:p>
        </p:txBody>
      </p:sp>
      <p:sp>
        <p:nvSpPr>
          <p:cNvPr id="466" name="Shape 466"/>
          <p:cNvSpPr txBox="1">
            <a:spLocks noGrp="1"/>
          </p:cNvSpPr>
          <p:nvPr>
            <p:ph type="sldNum" idx="12"/>
          </p:nvPr>
        </p:nvSpPr>
        <p:spPr>
          <a:xfrm>
            <a:off x="17474063" y="12481869"/>
            <a:ext cx="56892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09541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ank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 userDrawn="1"/>
        </p:nvGrpSpPr>
        <p:grpSpPr>
          <a:xfrm>
            <a:off x="0" y="0"/>
            <a:ext cx="24382413" cy="13757703"/>
            <a:chOff x="774700" y="444500"/>
            <a:chExt cx="22831425" cy="12882563"/>
          </a:xfrm>
        </p:grpSpPr>
        <p:sp>
          <p:nvSpPr>
            <p:cNvPr id="59" name="AutoShape 1"/>
            <p:cNvSpPr>
              <a:spLocks/>
            </p:cNvSpPr>
            <p:nvPr userDrawn="1"/>
          </p:nvSpPr>
          <p:spPr bwMode="auto">
            <a:xfrm>
              <a:off x="774700" y="2552700"/>
              <a:ext cx="2508250" cy="746760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18668"/>
                  </a:lnTo>
                  <a:lnTo>
                    <a:pt x="14067" y="7698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0" name="AutoShape 2"/>
            <p:cNvSpPr>
              <a:spLocks/>
            </p:cNvSpPr>
            <p:nvPr userDrawn="1"/>
          </p:nvSpPr>
          <p:spPr bwMode="auto">
            <a:xfrm>
              <a:off x="1930400" y="2171700"/>
              <a:ext cx="8280400" cy="8612188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3659" y="16746"/>
                  </a:moveTo>
                  <a:lnTo>
                    <a:pt x="9755" y="21600"/>
                  </a:lnTo>
                  <a:lnTo>
                    <a:pt x="21600" y="15739"/>
                  </a:lnTo>
                  <a:lnTo>
                    <a:pt x="17941" y="4854"/>
                  </a:lnTo>
                  <a:lnTo>
                    <a:pt x="11845" y="0"/>
                  </a:lnTo>
                  <a:lnTo>
                    <a:pt x="0" y="5861"/>
                  </a:lnTo>
                  <a:cubicBezTo>
                    <a:pt x="0" y="5861"/>
                    <a:pt x="3659" y="16746"/>
                    <a:pt x="3659" y="16746"/>
                  </a:cubicBezTo>
                  <a:close/>
                  <a:moveTo>
                    <a:pt x="3659" y="16746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1" name="AutoShape 3"/>
            <p:cNvSpPr>
              <a:spLocks/>
            </p:cNvSpPr>
            <p:nvPr userDrawn="1"/>
          </p:nvSpPr>
          <p:spPr bwMode="auto">
            <a:xfrm>
              <a:off x="774700" y="9563100"/>
              <a:ext cx="2284413" cy="37623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13210" y="6221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2" name="AutoShape 4"/>
            <p:cNvSpPr>
              <a:spLocks/>
            </p:cNvSpPr>
            <p:nvPr userDrawn="1"/>
          </p:nvSpPr>
          <p:spPr bwMode="auto">
            <a:xfrm>
              <a:off x="15214600" y="2247900"/>
              <a:ext cx="8374063" cy="84613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8449"/>
                  </a:moveTo>
                  <a:lnTo>
                    <a:pt x="5636" y="16022"/>
                  </a:lnTo>
                  <a:lnTo>
                    <a:pt x="12209" y="21600"/>
                  </a:lnTo>
                  <a:lnTo>
                    <a:pt x="21600" y="13151"/>
                  </a:lnTo>
                  <a:lnTo>
                    <a:pt x="15964" y="5578"/>
                  </a:lnTo>
                  <a:lnTo>
                    <a:pt x="9391" y="0"/>
                  </a:lnTo>
                  <a:cubicBezTo>
                    <a:pt x="9391" y="0"/>
                    <a:pt x="0" y="8449"/>
                    <a:pt x="0" y="8449"/>
                  </a:cubicBezTo>
                  <a:close/>
                  <a:moveTo>
                    <a:pt x="0" y="8449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" name="AutoShape 5"/>
            <p:cNvSpPr>
              <a:spLocks/>
            </p:cNvSpPr>
            <p:nvPr userDrawn="1"/>
          </p:nvSpPr>
          <p:spPr bwMode="auto">
            <a:xfrm>
              <a:off x="2882900" y="8775700"/>
              <a:ext cx="6864350" cy="45497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665" y="16683"/>
                  </a:moveTo>
                  <a:lnTo>
                    <a:pt x="0" y="21600"/>
                  </a:lnTo>
                  <a:lnTo>
                    <a:pt x="19825" y="21600"/>
                  </a:lnTo>
                  <a:lnTo>
                    <a:pt x="21600" y="8467"/>
                  </a:lnTo>
                  <a:lnTo>
                    <a:pt x="6277" y="0"/>
                  </a:lnTo>
                  <a:cubicBezTo>
                    <a:pt x="6277" y="0"/>
                    <a:pt x="665" y="16683"/>
                    <a:pt x="665" y="16683"/>
                  </a:cubicBezTo>
                  <a:close/>
                  <a:moveTo>
                    <a:pt x="665" y="16683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" name="AutoShape 6"/>
            <p:cNvSpPr>
              <a:spLocks/>
            </p:cNvSpPr>
            <p:nvPr userDrawn="1"/>
          </p:nvSpPr>
          <p:spPr bwMode="auto">
            <a:xfrm>
              <a:off x="774700" y="444500"/>
              <a:ext cx="1931988" cy="220662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14245" y="20250"/>
                  </a:lnTo>
                  <a:lnTo>
                    <a:pt x="21600" y="13862"/>
                  </a:lnTo>
                  <a:lnTo>
                    <a:pt x="19649" y="0"/>
                  </a:lnTo>
                  <a:cubicBezTo>
                    <a:pt x="19649" y="0"/>
                    <a:pt x="0" y="0"/>
                    <a:pt x="0" y="0"/>
                  </a:cubicBezTo>
                  <a:close/>
                  <a:moveTo>
                    <a:pt x="0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" name="AutoShape 7"/>
            <p:cNvSpPr>
              <a:spLocks/>
            </p:cNvSpPr>
            <p:nvPr userDrawn="1"/>
          </p:nvSpPr>
          <p:spPr bwMode="auto">
            <a:xfrm>
              <a:off x="22733000" y="444500"/>
              <a:ext cx="869950" cy="206216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4537" y="0"/>
                  </a:moveTo>
                  <a:lnTo>
                    <a:pt x="0" y="13841"/>
                  </a:lnTo>
                  <a:lnTo>
                    <a:pt x="18139" y="21425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4537" y="0"/>
                    <a:pt x="4537" y="0"/>
                  </a:cubicBezTo>
                  <a:close/>
                  <a:moveTo>
                    <a:pt x="4537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6" name="AutoShape 8"/>
            <p:cNvSpPr>
              <a:spLocks/>
            </p:cNvSpPr>
            <p:nvPr userDrawn="1"/>
          </p:nvSpPr>
          <p:spPr bwMode="auto">
            <a:xfrm>
              <a:off x="20929600" y="3848100"/>
              <a:ext cx="2671763" cy="666591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5984"/>
                  </a:move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5984"/>
                    <a:pt x="0" y="5984"/>
                  </a:cubicBezTo>
                  <a:close/>
                  <a:moveTo>
                    <a:pt x="0" y="5984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7" name="AutoShape 9"/>
            <p:cNvSpPr>
              <a:spLocks/>
            </p:cNvSpPr>
            <p:nvPr userDrawn="1"/>
          </p:nvSpPr>
          <p:spPr bwMode="auto">
            <a:xfrm>
              <a:off x="8458200" y="2501900"/>
              <a:ext cx="8559800" cy="796766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5240" y="18416"/>
                  </a:moveTo>
                  <a:lnTo>
                    <a:pt x="16767" y="21600"/>
                  </a:lnTo>
                  <a:lnTo>
                    <a:pt x="21600" y="8376"/>
                  </a:lnTo>
                  <a:lnTo>
                    <a:pt x="16360" y="3184"/>
                  </a:lnTo>
                  <a:lnTo>
                    <a:pt x="4833" y="0"/>
                  </a:lnTo>
                  <a:lnTo>
                    <a:pt x="0" y="13224"/>
                  </a:lnTo>
                  <a:cubicBezTo>
                    <a:pt x="0" y="13224"/>
                    <a:pt x="5240" y="18416"/>
                    <a:pt x="5240" y="18416"/>
                  </a:cubicBezTo>
                  <a:close/>
                  <a:moveTo>
                    <a:pt x="5240" y="18416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8" name="AutoShape 10"/>
            <p:cNvSpPr>
              <a:spLocks/>
            </p:cNvSpPr>
            <p:nvPr userDrawn="1"/>
          </p:nvSpPr>
          <p:spPr bwMode="auto">
            <a:xfrm>
              <a:off x="16205200" y="444500"/>
              <a:ext cx="7400925" cy="373380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0"/>
                  </a:moveTo>
                  <a:lnTo>
                    <a:pt x="2254" y="11257"/>
                  </a:lnTo>
                  <a:lnTo>
                    <a:pt x="7831" y="21600"/>
                  </a:lnTo>
                  <a:lnTo>
                    <a:pt x="21600" y="7679"/>
                  </a:lnTo>
                  <a:lnTo>
                    <a:pt x="21600" y="7260"/>
                  </a:lnTo>
                  <a:lnTo>
                    <a:pt x="20146" y="0"/>
                  </a:lnTo>
                  <a:cubicBezTo>
                    <a:pt x="20146" y="0"/>
                    <a:pt x="0" y="0"/>
                    <a:pt x="0" y="0"/>
                  </a:cubicBezTo>
                  <a:close/>
                  <a:moveTo>
                    <a:pt x="0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9" name="AutoShape 11"/>
            <p:cNvSpPr>
              <a:spLocks/>
            </p:cNvSpPr>
            <p:nvPr userDrawn="1"/>
          </p:nvSpPr>
          <p:spPr bwMode="auto">
            <a:xfrm>
              <a:off x="9690100" y="444500"/>
              <a:ext cx="6400800" cy="317182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0"/>
                  </a:moveTo>
                  <a:lnTo>
                    <a:pt x="912" y="21600"/>
                  </a:lnTo>
                  <a:lnTo>
                    <a:pt x="21600" y="18093"/>
                  </a:lnTo>
                  <a:lnTo>
                    <a:pt x="21453" y="11090"/>
                  </a:lnTo>
                  <a:lnTo>
                    <a:pt x="20985" y="0"/>
                  </a:lnTo>
                  <a:cubicBezTo>
                    <a:pt x="20985" y="0"/>
                    <a:pt x="0" y="0"/>
                    <a:pt x="0" y="0"/>
                  </a:cubicBezTo>
                  <a:close/>
                  <a:moveTo>
                    <a:pt x="0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0" name="AutoShape 12"/>
            <p:cNvSpPr>
              <a:spLocks/>
            </p:cNvSpPr>
            <p:nvPr userDrawn="1"/>
          </p:nvSpPr>
          <p:spPr bwMode="auto">
            <a:xfrm>
              <a:off x="1397000" y="444500"/>
              <a:ext cx="8455025" cy="4414838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1384" y="0"/>
                  </a:moveTo>
                  <a:lnTo>
                    <a:pt x="0" y="8913"/>
                  </a:lnTo>
                  <a:lnTo>
                    <a:pt x="13612" y="21600"/>
                  </a:lnTo>
                  <a:lnTo>
                    <a:pt x="20237" y="8777"/>
                  </a:lnTo>
                  <a:lnTo>
                    <a:pt x="21600" y="0"/>
                  </a:lnTo>
                  <a:cubicBezTo>
                    <a:pt x="21600" y="0"/>
                    <a:pt x="1384" y="0"/>
                    <a:pt x="1384" y="0"/>
                  </a:cubicBezTo>
                  <a:close/>
                  <a:moveTo>
                    <a:pt x="1384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1" name="AutoShape 13"/>
            <p:cNvSpPr>
              <a:spLocks/>
            </p:cNvSpPr>
            <p:nvPr userDrawn="1"/>
          </p:nvSpPr>
          <p:spPr bwMode="auto">
            <a:xfrm>
              <a:off x="7912100" y="8661400"/>
              <a:ext cx="9345613" cy="466090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5549" y="6130"/>
                  </a:moveTo>
                  <a:lnTo>
                    <a:pt x="0" y="16329"/>
                  </a:lnTo>
                  <a:lnTo>
                    <a:pt x="1064" y="21600"/>
                  </a:lnTo>
                  <a:lnTo>
                    <a:pt x="21600" y="21600"/>
                  </a:lnTo>
                  <a:lnTo>
                    <a:pt x="17240" y="0"/>
                  </a:lnTo>
                  <a:cubicBezTo>
                    <a:pt x="17240" y="0"/>
                    <a:pt x="5549" y="6130"/>
                    <a:pt x="5549" y="6130"/>
                  </a:cubicBezTo>
                  <a:close/>
                  <a:moveTo>
                    <a:pt x="5549" y="613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2" name="AutoShape 14"/>
            <p:cNvSpPr>
              <a:spLocks/>
            </p:cNvSpPr>
            <p:nvPr userDrawn="1"/>
          </p:nvSpPr>
          <p:spPr bwMode="auto">
            <a:xfrm>
              <a:off x="21831300" y="10248900"/>
              <a:ext cx="1773238" cy="307816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73" name="AutoShape 15"/>
            <p:cNvSpPr>
              <a:spLocks/>
            </p:cNvSpPr>
            <p:nvPr userDrawn="1"/>
          </p:nvSpPr>
          <p:spPr bwMode="auto">
            <a:xfrm>
              <a:off x="14681200" y="8712200"/>
              <a:ext cx="8915400" cy="461010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5165" y="6060"/>
                  </a:moveTo>
                  <a:lnTo>
                    <a:pt x="0" y="15408"/>
                  </a:lnTo>
                  <a:lnTo>
                    <a:pt x="1147" y="21600"/>
                  </a:lnTo>
                  <a:lnTo>
                    <a:pt x="21600" y="21600"/>
                  </a:lnTo>
                  <a:lnTo>
                    <a:pt x="21600" y="19275"/>
                  </a:lnTo>
                  <a:lnTo>
                    <a:pt x="18031" y="0"/>
                  </a:lnTo>
                  <a:cubicBezTo>
                    <a:pt x="18031" y="0"/>
                    <a:pt x="5165" y="6060"/>
                    <a:pt x="5165" y="6060"/>
                  </a:cubicBezTo>
                  <a:close/>
                  <a:moveTo>
                    <a:pt x="5165" y="6060"/>
                  </a:move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732171" y="4081782"/>
            <a:ext cx="15625209" cy="4775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ts val="10400"/>
              </a:lnSpc>
              <a:tabLst>
                <a:tab pos="2746375" algn="l"/>
              </a:tabLst>
              <a:defRPr sz="10000">
                <a:solidFill>
                  <a:schemeClr val="bg1"/>
                </a:solidFill>
              </a:defRPr>
            </a:lvl1pPr>
          </a:lstStyle>
          <a:p>
            <a:r>
              <a:rPr lang="en-US"/>
              <a:t>Thank</a:t>
            </a:r>
            <a:br>
              <a:rPr lang="en-US"/>
            </a:br>
            <a:r>
              <a:rPr lang="en-US"/>
              <a:t>	you</a:t>
            </a:r>
          </a:p>
        </p:txBody>
      </p:sp>
      <p:grpSp>
        <p:nvGrpSpPr>
          <p:cNvPr id="41" name="Group 40"/>
          <p:cNvGrpSpPr/>
          <p:nvPr userDrawn="1"/>
        </p:nvGrpSpPr>
        <p:grpSpPr>
          <a:xfrm>
            <a:off x="1384313" y="11155626"/>
            <a:ext cx="1395984" cy="1395984"/>
            <a:chOff x="25626365" y="3145536"/>
            <a:chExt cx="7199313" cy="7199313"/>
          </a:xfrm>
        </p:grpSpPr>
        <p:sp>
          <p:nvSpPr>
            <p:cNvPr id="39" name="AutoShape 1"/>
            <p:cNvSpPr>
              <a:spLocks/>
            </p:cNvSpPr>
            <p:nvPr userDrawn="1"/>
          </p:nvSpPr>
          <p:spPr bwMode="auto">
            <a:xfrm>
              <a:off x="25626365" y="3145536"/>
              <a:ext cx="7199313" cy="7199313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0" name="AutoShape 2"/>
            <p:cNvSpPr>
              <a:spLocks/>
            </p:cNvSpPr>
            <p:nvPr userDrawn="1"/>
          </p:nvSpPr>
          <p:spPr bwMode="auto">
            <a:xfrm>
              <a:off x="26921765" y="4466336"/>
              <a:ext cx="4748213" cy="4540250"/>
            </a:xfrm>
            <a:custGeom>
              <a:avLst/>
              <a:gdLst/>
              <a:ahLst/>
              <a:cxnLst/>
              <a:rect l="0" t="0" r="r" b="b"/>
              <a:pathLst>
                <a:path w="21600" h="21458">
                  <a:moveTo>
                    <a:pt x="16952" y="15509"/>
                  </a:moveTo>
                  <a:lnTo>
                    <a:pt x="21600" y="10680"/>
                  </a:lnTo>
                  <a:lnTo>
                    <a:pt x="20270" y="9299"/>
                  </a:lnTo>
                  <a:lnTo>
                    <a:pt x="15965" y="13772"/>
                  </a:lnTo>
                  <a:lnTo>
                    <a:pt x="14953" y="12721"/>
                  </a:lnTo>
                  <a:lnTo>
                    <a:pt x="13624" y="14101"/>
                  </a:lnTo>
                  <a:lnTo>
                    <a:pt x="14978" y="15509"/>
                  </a:lnTo>
                  <a:cubicBezTo>
                    <a:pt x="15523" y="16075"/>
                    <a:pt x="16407" y="16075"/>
                    <a:pt x="16952" y="15509"/>
                  </a:cubicBezTo>
                  <a:moveTo>
                    <a:pt x="19010" y="6901"/>
                  </a:moveTo>
                  <a:lnTo>
                    <a:pt x="20782" y="5059"/>
                  </a:lnTo>
                  <a:lnTo>
                    <a:pt x="19010" y="3217"/>
                  </a:lnTo>
                  <a:lnTo>
                    <a:pt x="18177" y="4082"/>
                  </a:lnTo>
                  <a:lnTo>
                    <a:pt x="13753" y="4082"/>
                  </a:lnTo>
                  <a:lnTo>
                    <a:pt x="12920" y="3217"/>
                  </a:lnTo>
                  <a:lnTo>
                    <a:pt x="11148" y="5059"/>
                  </a:lnTo>
                  <a:lnTo>
                    <a:pt x="12920" y="6901"/>
                  </a:lnTo>
                  <a:lnTo>
                    <a:pt x="13753" y="6036"/>
                  </a:lnTo>
                  <a:lnTo>
                    <a:pt x="15025" y="6036"/>
                  </a:lnTo>
                  <a:lnTo>
                    <a:pt x="15025" y="8650"/>
                  </a:lnTo>
                  <a:cubicBezTo>
                    <a:pt x="15602" y="8295"/>
                    <a:pt x="16328" y="8294"/>
                    <a:pt x="16905" y="8650"/>
                  </a:cubicBezTo>
                  <a:lnTo>
                    <a:pt x="16905" y="6036"/>
                  </a:lnTo>
                  <a:lnTo>
                    <a:pt x="18177" y="6036"/>
                  </a:lnTo>
                  <a:cubicBezTo>
                    <a:pt x="18177" y="6036"/>
                    <a:pt x="19010" y="6901"/>
                    <a:pt x="19010" y="6901"/>
                  </a:cubicBezTo>
                  <a:close/>
                  <a:moveTo>
                    <a:pt x="15965" y="3684"/>
                  </a:moveTo>
                  <a:lnTo>
                    <a:pt x="17738" y="1843"/>
                  </a:lnTo>
                  <a:lnTo>
                    <a:pt x="15965" y="0"/>
                  </a:lnTo>
                  <a:lnTo>
                    <a:pt x="14192" y="1843"/>
                  </a:lnTo>
                  <a:cubicBezTo>
                    <a:pt x="14192" y="1843"/>
                    <a:pt x="15965" y="3684"/>
                    <a:pt x="15965" y="3684"/>
                  </a:cubicBezTo>
                  <a:close/>
                  <a:moveTo>
                    <a:pt x="11660" y="9299"/>
                  </a:moveTo>
                  <a:lnTo>
                    <a:pt x="10331" y="10680"/>
                  </a:lnTo>
                  <a:lnTo>
                    <a:pt x="11660" y="12061"/>
                  </a:lnTo>
                  <a:lnTo>
                    <a:pt x="12989" y="10680"/>
                  </a:lnTo>
                  <a:cubicBezTo>
                    <a:pt x="12989" y="10680"/>
                    <a:pt x="11660" y="9299"/>
                    <a:pt x="11660" y="9299"/>
                  </a:cubicBezTo>
                  <a:close/>
                  <a:moveTo>
                    <a:pt x="8282" y="17567"/>
                  </a:moveTo>
                  <a:cubicBezTo>
                    <a:pt x="8282" y="15877"/>
                    <a:pt x="7291" y="14733"/>
                    <a:pt x="5701" y="14733"/>
                  </a:cubicBezTo>
                  <a:lnTo>
                    <a:pt x="122" y="14733"/>
                  </a:lnTo>
                  <a:lnTo>
                    <a:pt x="122" y="16550"/>
                  </a:lnTo>
                  <a:lnTo>
                    <a:pt x="5676" y="16550"/>
                  </a:lnTo>
                  <a:cubicBezTo>
                    <a:pt x="6324" y="16550"/>
                    <a:pt x="6728" y="16944"/>
                    <a:pt x="6728" y="17567"/>
                  </a:cubicBezTo>
                  <a:cubicBezTo>
                    <a:pt x="6728" y="18202"/>
                    <a:pt x="6324" y="18583"/>
                    <a:pt x="5676" y="18583"/>
                  </a:cubicBezTo>
                  <a:lnTo>
                    <a:pt x="122" y="18583"/>
                  </a:lnTo>
                  <a:lnTo>
                    <a:pt x="122" y="20401"/>
                  </a:lnTo>
                  <a:lnTo>
                    <a:pt x="5701" y="20401"/>
                  </a:lnTo>
                  <a:cubicBezTo>
                    <a:pt x="7291" y="20401"/>
                    <a:pt x="8282" y="19257"/>
                    <a:pt x="8282" y="17567"/>
                  </a:cubicBezTo>
                  <a:moveTo>
                    <a:pt x="8282" y="3811"/>
                  </a:moveTo>
                  <a:cubicBezTo>
                    <a:pt x="8282" y="2032"/>
                    <a:pt x="7242" y="1015"/>
                    <a:pt x="5762" y="1015"/>
                  </a:cubicBezTo>
                  <a:cubicBezTo>
                    <a:pt x="4282" y="1015"/>
                    <a:pt x="3768" y="2006"/>
                    <a:pt x="3389" y="3049"/>
                  </a:cubicBezTo>
                  <a:lnTo>
                    <a:pt x="3009" y="4091"/>
                  </a:lnTo>
                  <a:cubicBezTo>
                    <a:pt x="2801" y="4663"/>
                    <a:pt x="2447" y="4764"/>
                    <a:pt x="2214" y="4764"/>
                  </a:cubicBezTo>
                  <a:cubicBezTo>
                    <a:pt x="1774" y="4764"/>
                    <a:pt x="1443" y="4434"/>
                    <a:pt x="1443" y="3849"/>
                  </a:cubicBezTo>
                  <a:cubicBezTo>
                    <a:pt x="1443" y="3277"/>
                    <a:pt x="1811" y="2896"/>
                    <a:pt x="2385" y="2896"/>
                  </a:cubicBezTo>
                  <a:lnTo>
                    <a:pt x="2606" y="2896"/>
                  </a:lnTo>
                  <a:lnTo>
                    <a:pt x="2606" y="1193"/>
                  </a:lnTo>
                  <a:lnTo>
                    <a:pt x="2422" y="1193"/>
                  </a:lnTo>
                  <a:cubicBezTo>
                    <a:pt x="930" y="1193"/>
                    <a:pt x="0" y="2261"/>
                    <a:pt x="0" y="3849"/>
                  </a:cubicBezTo>
                  <a:cubicBezTo>
                    <a:pt x="0" y="5514"/>
                    <a:pt x="1101" y="6480"/>
                    <a:pt x="2324" y="6480"/>
                  </a:cubicBezTo>
                  <a:cubicBezTo>
                    <a:pt x="3499" y="6480"/>
                    <a:pt x="4196" y="5845"/>
                    <a:pt x="4636" y="4637"/>
                  </a:cubicBezTo>
                  <a:lnTo>
                    <a:pt x="5065" y="3468"/>
                  </a:lnTo>
                  <a:cubicBezTo>
                    <a:pt x="5260" y="2947"/>
                    <a:pt x="5529" y="2743"/>
                    <a:pt x="5933" y="2743"/>
                  </a:cubicBezTo>
                  <a:cubicBezTo>
                    <a:pt x="6496" y="2743"/>
                    <a:pt x="6826" y="3125"/>
                    <a:pt x="6826" y="3811"/>
                  </a:cubicBezTo>
                  <a:cubicBezTo>
                    <a:pt x="6826" y="4497"/>
                    <a:pt x="6520" y="4917"/>
                    <a:pt x="5872" y="4917"/>
                  </a:cubicBezTo>
                  <a:lnTo>
                    <a:pt x="5578" y="4917"/>
                  </a:lnTo>
                  <a:lnTo>
                    <a:pt x="5578" y="6633"/>
                  </a:lnTo>
                  <a:lnTo>
                    <a:pt x="5860" y="6633"/>
                  </a:lnTo>
                  <a:cubicBezTo>
                    <a:pt x="7352" y="6633"/>
                    <a:pt x="8282" y="5438"/>
                    <a:pt x="8282" y="3811"/>
                  </a:cubicBezTo>
                  <a:moveTo>
                    <a:pt x="1676" y="7753"/>
                  </a:moveTo>
                  <a:lnTo>
                    <a:pt x="122" y="7753"/>
                  </a:lnTo>
                  <a:lnTo>
                    <a:pt x="122" y="13129"/>
                  </a:lnTo>
                  <a:lnTo>
                    <a:pt x="1676" y="13129"/>
                  </a:lnTo>
                  <a:lnTo>
                    <a:pt x="1676" y="11350"/>
                  </a:lnTo>
                  <a:lnTo>
                    <a:pt x="8159" y="11350"/>
                  </a:lnTo>
                  <a:lnTo>
                    <a:pt x="8159" y="9533"/>
                  </a:lnTo>
                  <a:lnTo>
                    <a:pt x="1676" y="9533"/>
                  </a:lnTo>
                  <a:cubicBezTo>
                    <a:pt x="1676" y="9533"/>
                    <a:pt x="1676" y="7753"/>
                    <a:pt x="1676" y="7753"/>
                  </a:cubicBezTo>
                  <a:close/>
                  <a:moveTo>
                    <a:pt x="14978" y="9273"/>
                  </a:moveTo>
                  <a:lnTo>
                    <a:pt x="10331" y="14101"/>
                  </a:lnTo>
                  <a:lnTo>
                    <a:pt x="11660" y="15483"/>
                  </a:lnTo>
                  <a:lnTo>
                    <a:pt x="15965" y="11009"/>
                  </a:lnTo>
                  <a:lnTo>
                    <a:pt x="16978" y="12061"/>
                  </a:lnTo>
                  <a:lnTo>
                    <a:pt x="18307" y="10680"/>
                  </a:lnTo>
                  <a:lnTo>
                    <a:pt x="16952" y="9273"/>
                  </a:lnTo>
                  <a:cubicBezTo>
                    <a:pt x="16407" y="8707"/>
                    <a:pt x="15523" y="8707"/>
                    <a:pt x="14978" y="9273"/>
                  </a:cubicBezTo>
                  <a:moveTo>
                    <a:pt x="12294" y="15483"/>
                  </a:moveTo>
                  <a:lnTo>
                    <a:pt x="10964" y="16864"/>
                  </a:lnTo>
                  <a:lnTo>
                    <a:pt x="12319" y="18271"/>
                  </a:lnTo>
                  <a:cubicBezTo>
                    <a:pt x="12864" y="18838"/>
                    <a:pt x="13748" y="18838"/>
                    <a:pt x="14293" y="18271"/>
                  </a:cubicBezTo>
                  <a:lnTo>
                    <a:pt x="15648" y="16863"/>
                  </a:lnTo>
                  <a:lnTo>
                    <a:pt x="14319" y="15483"/>
                  </a:lnTo>
                  <a:lnTo>
                    <a:pt x="13307" y="16534"/>
                  </a:lnTo>
                  <a:cubicBezTo>
                    <a:pt x="13307" y="16534"/>
                    <a:pt x="12294" y="15483"/>
                    <a:pt x="12294" y="15483"/>
                  </a:cubicBezTo>
                  <a:close/>
                  <a:moveTo>
                    <a:pt x="14953" y="18245"/>
                  </a:moveTo>
                  <a:lnTo>
                    <a:pt x="13623" y="19626"/>
                  </a:lnTo>
                  <a:lnTo>
                    <a:pt x="14978" y="21033"/>
                  </a:lnTo>
                  <a:cubicBezTo>
                    <a:pt x="15523" y="21600"/>
                    <a:pt x="16407" y="21600"/>
                    <a:pt x="16952" y="21033"/>
                  </a:cubicBezTo>
                  <a:lnTo>
                    <a:pt x="18307" y="19626"/>
                  </a:lnTo>
                  <a:lnTo>
                    <a:pt x="16978" y="18245"/>
                  </a:lnTo>
                  <a:lnTo>
                    <a:pt x="15965" y="19296"/>
                  </a:lnTo>
                  <a:cubicBezTo>
                    <a:pt x="15965" y="19296"/>
                    <a:pt x="14953" y="18245"/>
                    <a:pt x="14953" y="18245"/>
                  </a:cubicBezTo>
                  <a:close/>
                  <a:moveTo>
                    <a:pt x="20271" y="15483"/>
                  </a:moveTo>
                  <a:lnTo>
                    <a:pt x="21600" y="14101"/>
                  </a:lnTo>
                  <a:lnTo>
                    <a:pt x="20270" y="12720"/>
                  </a:lnTo>
                  <a:lnTo>
                    <a:pt x="18941" y="14101"/>
                  </a:lnTo>
                  <a:cubicBezTo>
                    <a:pt x="18941" y="14101"/>
                    <a:pt x="20271" y="15483"/>
                    <a:pt x="20271" y="15483"/>
                  </a:cubicBezTo>
                  <a:close/>
                  <a:moveTo>
                    <a:pt x="17637" y="18271"/>
                  </a:moveTo>
                  <a:cubicBezTo>
                    <a:pt x="18182" y="18838"/>
                    <a:pt x="19066" y="18838"/>
                    <a:pt x="19612" y="18271"/>
                  </a:cubicBezTo>
                  <a:lnTo>
                    <a:pt x="20966" y="16864"/>
                  </a:lnTo>
                  <a:lnTo>
                    <a:pt x="19636" y="15483"/>
                  </a:lnTo>
                  <a:lnTo>
                    <a:pt x="18624" y="16534"/>
                  </a:lnTo>
                  <a:lnTo>
                    <a:pt x="17611" y="15483"/>
                  </a:lnTo>
                  <a:lnTo>
                    <a:pt x="16282" y="16863"/>
                  </a:lnTo>
                  <a:cubicBezTo>
                    <a:pt x="16282" y="16863"/>
                    <a:pt x="17637" y="18271"/>
                    <a:pt x="17637" y="18271"/>
                  </a:cubicBezTo>
                  <a:close/>
                  <a:moveTo>
                    <a:pt x="17637" y="18271"/>
                  </a:move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5710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Shape 10"/>
          <p:cNvGrpSpPr/>
          <p:nvPr/>
        </p:nvGrpSpPr>
        <p:grpSpPr>
          <a:xfrm>
            <a:off x="1168933" y="1066801"/>
            <a:ext cx="20713618" cy="11520491"/>
            <a:chOff x="0" y="0"/>
            <a:chExt cx="20704174" cy="11520489"/>
          </a:xfrm>
        </p:grpSpPr>
        <p:sp>
          <p:nvSpPr>
            <p:cNvPr id="11" name="Shape 11"/>
            <p:cNvSpPr/>
            <p:nvPr/>
          </p:nvSpPr>
          <p:spPr>
            <a:xfrm>
              <a:off x="0" y="12700"/>
              <a:ext cx="41276" cy="13319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" name="Shape 12"/>
            <p:cNvSpPr/>
            <p:nvPr/>
          </p:nvSpPr>
          <p:spPr>
            <a:xfrm>
              <a:off x="762000" y="4953000"/>
              <a:ext cx="41276" cy="6313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" name="Shape 13"/>
            <p:cNvSpPr/>
            <p:nvPr/>
          </p:nvSpPr>
          <p:spPr>
            <a:xfrm>
              <a:off x="4076700" y="0"/>
              <a:ext cx="41276" cy="13319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4" name="Shape 14"/>
            <p:cNvSpPr/>
            <p:nvPr/>
          </p:nvSpPr>
          <p:spPr>
            <a:xfrm>
              <a:off x="4051300" y="4953000"/>
              <a:ext cx="41276" cy="6313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5" name="Shape 15"/>
            <p:cNvSpPr/>
            <p:nvPr/>
          </p:nvSpPr>
          <p:spPr>
            <a:xfrm>
              <a:off x="8915400" y="0"/>
              <a:ext cx="41275" cy="13319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" name="Shape 16"/>
            <p:cNvSpPr/>
            <p:nvPr/>
          </p:nvSpPr>
          <p:spPr>
            <a:xfrm>
              <a:off x="8153400" y="5207000"/>
              <a:ext cx="41275" cy="6313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" name="Shape 17"/>
            <p:cNvSpPr/>
            <p:nvPr/>
          </p:nvSpPr>
          <p:spPr>
            <a:xfrm>
              <a:off x="16891000" y="0"/>
              <a:ext cx="41275" cy="13319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" name="Shape 18"/>
            <p:cNvSpPr/>
            <p:nvPr/>
          </p:nvSpPr>
          <p:spPr>
            <a:xfrm>
              <a:off x="12204700" y="4953000"/>
              <a:ext cx="41275" cy="6313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9" name="Shape 19"/>
            <p:cNvSpPr/>
            <p:nvPr/>
          </p:nvSpPr>
          <p:spPr>
            <a:xfrm>
              <a:off x="16344900" y="557213"/>
              <a:ext cx="41275" cy="1333501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" name="Shape 20"/>
            <p:cNvSpPr/>
            <p:nvPr/>
          </p:nvSpPr>
          <p:spPr>
            <a:xfrm>
              <a:off x="20662898" y="25400"/>
              <a:ext cx="41276" cy="1331914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" name="Shape 21"/>
            <p:cNvSpPr/>
            <p:nvPr/>
          </p:nvSpPr>
          <p:spPr>
            <a:xfrm>
              <a:off x="20510498" y="4953000"/>
              <a:ext cx="41276" cy="6313489"/>
            </a:xfrm>
            <a:custGeom>
              <a:avLst/>
              <a:gdLst/>
              <a:ahLst/>
              <a:cxnLst/>
              <a:rect l="0" t="0" r="0" b="0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ubicBezTo>
                    <a:pt x="0" y="2160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2" name="Shape 22"/>
          <p:cNvSpPr txBox="1">
            <a:spLocks noGrp="1"/>
          </p:cNvSpPr>
          <p:nvPr>
            <p:ph type="title"/>
          </p:nvPr>
        </p:nvSpPr>
        <p:spPr>
          <a:xfrm>
            <a:off x="4074958" y="3373440"/>
            <a:ext cx="15632336" cy="4775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Shape 23"/>
          <p:cNvSpPr txBox="1"/>
          <p:nvPr/>
        </p:nvSpPr>
        <p:spPr>
          <a:xfrm>
            <a:off x="21363666" y="744071"/>
            <a:ext cx="234380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 b="0" u="none">
                <a:solidFill>
                  <a:srgbClr val="FEFEF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r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1219120" y="3200401"/>
            <a:ext cx="21944173" cy="905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sldNum" idx="12"/>
          </p:nvPr>
        </p:nvSpPr>
        <p:spPr>
          <a:xfrm>
            <a:off x="17474063" y="12481869"/>
            <a:ext cx="56892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24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 b="0" u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8" r:id="rId8"/>
    <p:sldLayoutId id="2147483659" r:id="rId9"/>
    <p:sldLayoutId id="2147483660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9" r:id="rId16"/>
    <p:sldLayoutId id="2147483670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gif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Shape 1202"/>
          <p:cNvSpPr txBox="1">
            <a:spLocks noGrp="1"/>
          </p:cNvSpPr>
          <p:nvPr>
            <p:ph type="title"/>
          </p:nvPr>
        </p:nvSpPr>
        <p:spPr>
          <a:xfrm>
            <a:off x="2303501" y="3519059"/>
            <a:ext cx="19968470" cy="3672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AU"/>
              <a:t>Software Innovation Studio</a:t>
            </a:r>
            <a:endParaRPr/>
          </a:p>
        </p:txBody>
      </p:sp>
      <p:sp>
        <p:nvSpPr>
          <p:cNvPr id="1203" name="Shape 1203"/>
          <p:cNvSpPr txBox="1">
            <a:spLocks noGrp="1"/>
          </p:cNvSpPr>
          <p:nvPr>
            <p:ph type="body" idx="1"/>
          </p:nvPr>
        </p:nvSpPr>
        <p:spPr>
          <a:xfrm rot="-5400000">
            <a:off x="21915432" y="7975741"/>
            <a:ext cx="2165545" cy="1452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AU" sz="1400"/>
              <a:t>Graphics created by Ullupta conecum re volupta evelignis pe et doluptuam.</a:t>
            </a:r>
            <a:endParaRPr/>
          </a:p>
        </p:txBody>
      </p:sp>
      <p:sp>
        <p:nvSpPr>
          <p:cNvPr id="5" name="Shape 1202">
            <a:extLst>
              <a:ext uri="{FF2B5EF4-FFF2-40B4-BE49-F238E27FC236}">
                <a16:creationId xmlns:a16="http://schemas.microsoft.com/office/drawing/2014/main" id="{A0062A0D-879B-C645-91B2-57F1CC538C5A}"/>
              </a:ext>
            </a:extLst>
          </p:cNvPr>
          <p:cNvSpPr txBox="1">
            <a:spLocks/>
          </p:cNvSpPr>
          <p:nvPr/>
        </p:nvSpPr>
        <p:spPr>
          <a:xfrm>
            <a:off x="2206971" y="6657048"/>
            <a:ext cx="19968470" cy="1068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0000"/>
              <a:buFont typeface="Arial"/>
              <a:buNone/>
              <a:defRPr sz="10000" b="0" i="0" u="none" strike="noStrike" cap="non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914354"/>
            <a:r>
              <a:rPr lang="en-AU" sz="3600"/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3693159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350" y="1755901"/>
            <a:ext cx="20837230" cy="2438022"/>
          </a:xfrm>
        </p:spPr>
        <p:txBody>
          <a:bodyPr/>
          <a:lstStyle/>
          <a:p>
            <a:r>
              <a:rPr lang="en-AU" b="1"/>
              <a:t>The targeted market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0589A-6706-5144-BCD3-12E2CD443333}"/>
              </a:ext>
            </a:extLst>
          </p:cNvPr>
          <p:cNvSpPr txBox="1"/>
          <p:nvPr/>
        </p:nvSpPr>
        <p:spPr>
          <a:xfrm>
            <a:off x="1594928" y="3732258"/>
            <a:ext cx="21390582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lvl="8" indent="-685800">
              <a:buFont typeface="Arial" panose="020B0604020202020204" pitchFamily="34" charset="0"/>
              <a:buChar char="•"/>
            </a:pPr>
            <a:r>
              <a:rPr lang="en-GB" sz="5400">
                <a:solidFill>
                  <a:schemeClr val="tx1"/>
                </a:solidFill>
              </a:rPr>
              <a:t>Introduce the targeted market with clear references (survey, news, daily life, research paper, book, and anywhere …)</a:t>
            </a:r>
          </a:p>
          <a:p>
            <a:pPr marL="685800" lvl="8" indent="-685800">
              <a:buFont typeface="Arial" panose="020B0604020202020204" pitchFamily="34" charset="0"/>
              <a:buChar char="•"/>
            </a:pPr>
            <a:endParaRPr lang="en-GB" sz="5400">
              <a:solidFill>
                <a:schemeClr val="tx1"/>
              </a:solidFill>
            </a:endParaRPr>
          </a:p>
          <a:p>
            <a:pPr marL="685800" lvl="8" indent="-685800">
              <a:buFont typeface="Arial" panose="020B0604020202020204" pitchFamily="34" charset="0"/>
              <a:buChar char="•"/>
            </a:pPr>
            <a:r>
              <a:rPr lang="en-GB" sz="5400">
                <a:solidFill>
                  <a:schemeClr val="tx1"/>
                </a:solidFill>
              </a:rPr>
              <a:t>How large and the trend to the selected market</a:t>
            </a:r>
          </a:p>
          <a:p>
            <a:pPr marL="685800" lvl="8" indent="-685800">
              <a:buFont typeface="Arial" panose="020B0604020202020204" pitchFamily="34" charset="0"/>
              <a:buChar char="•"/>
            </a:pPr>
            <a:endParaRPr lang="en-GB" sz="5400">
              <a:solidFill>
                <a:schemeClr val="tx1"/>
              </a:solidFill>
            </a:endParaRPr>
          </a:p>
          <a:p>
            <a:pPr marL="685800" lvl="8" indent="-685800">
              <a:buFont typeface="Arial" panose="020B0604020202020204" pitchFamily="34" charset="0"/>
              <a:buChar char="•"/>
            </a:pPr>
            <a:r>
              <a:rPr lang="en-GB" sz="5400">
                <a:solidFill>
                  <a:schemeClr val="tx1"/>
                </a:solidFill>
              </a:rPr>
              <a:t>The same/similar ideas, products or solutions in the current market </a:t>
            </a:r>
          </a:p>
          <a:p>
            <a:pPr marL="685800" lvl="8" indent="-685800">
              <a:buFont typeface="Arial" panose="020B0604020202020204" pitchFamily="34" charset="0"/>
              <a:buChar char="•"/>
            </a:pPr>
            <a:endParaRPr lang="en-GB" sz="5400">
              <a:solidFill>
                <a:schemeClr val="tx1"/>
              </a:solidFill>
            </a:endParaRPr>
          </a:p>
          <a:p>
            <a:pPr marL="685800" lvl="8" indent="-685800">
              <a:buFont typeface="Arial" panose="020B0604020202020204" pitchFamily="34" charset="0"/>
              <a:buChar char="•"/>
            </a:pPr>
            <a:r>
              <a:rPr lang="en-GB" sz="5400">
                <a:solidFill>
                  <a:schemeClr val="tx1"/>
                </a:solidFill>
              </a:rPr>
              <a:t>=&gt; Highlight the missing or gap(s)</a:t>
            </a:r>
          </a:p>
          <a:p>
            <a:pPr marL="685800" lvl="8" indent="-685800">
              <a:buFont typeface="Arial" panose="020B0604020202020204" pitchFamily="34" charset="0"/>
              <a:buChar char="•"/>
            </a:pPr>
            <a:endParaRPr lang="en-GB" sz="5400">
              <a:solidFill>
                <a:schemeClr val="tx1"/>
              </a:solidFill>
            </a:endParaRPr>
          </a:p>
          <a:p>
            <a:pPr marL="685800" lvl="8" indent="-685800">
              <a:buFont typeface="Arial" panose="020B0604020202020204" pitchFamily="34" charset="0"/>
              <a:buChar char="•"/>
            </a:pPr>
            <a:endParaRPr lang="en-GB" sz="5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241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350" y="1755901"/>
            <a:ext cx="20837230" cy="2438022"/>
          </a:xfrm>
        </p:spPr>
        <p:txBody>
          <a:bodyPr/>
          <a:lstStyle/>
          <a:p>
            <a:r>
              <a:rPr lang="en-AU" b="1"/>
              <a:t>The targeted market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6A8EF1-7586-D1A0-BF31-5F0A4328C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8879" y="446232"/>
            <a:ext cx="12943534" cy="68545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99AF28-BADC-E1DE-FA8B-A1659E2F7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8879" y="7588437"/>
            <a:ext cx="12601193" cy="5681331"/>
          </a:xfrm>
          <a:prstGeom prst="rect">
            <a:avLst/>
          </a:prstGeom>
        </p:spPr>
      </p:pic>
      <p:pic>
        <p:nvPicPr>
          <p:cNvPr id="6" name="Picture 2" descr="Fig. 1. - Yole développement: Neurotechnologies and brain computer interface report 2018. A neurotechnology market analysis shows increasing trend in the commercialization of BCI technologies from year 2017 to 2035 [24].">
            <a:extLst>
              <a:ext uri="{FF2B5EF4-FFF2-40B4-BE49-F238E27FC236}">
                <a16:creationId xmlns:a16="http://schemas.microsoft.com/office/drawing/2014/main" id="{73ED1393-F9A5-7776-7D17-0301B4DA6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341" y="3677015"/>
            <a:ext cx="10877594" cy="7001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756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350" y="1755901"/>
            <a:ext cx="15630120" cy="2438022"/>
          </a:xfrm>
        </p:spPr>
        <p:txBody>
          <a:bodyPr/>
          <a:lstStyle/>
          <a:p>
            <a:r>
              <a:rPr lang="en-AU" b="1"/>
              <a:t>Case Study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0589A-6706-5144-BCD3-12E2CD443333}"/>
              </a:ext>
            </a:extLst>
          </p:cNvPr>
          <p:cNvSpPr txBox="1"/>
          <p:nvPr/>
        </p:nvSpPr>
        <p:spPr>
          <a:xfrm>
            <a:off x="1594927" y="3732258"/>
            <a:ext cx="2183913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5400" dirty="0"/>
              <a:t>Select one software/project/solution which is the biggest competitor in the selected/defined market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GB" sz="54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5400" dirty="0"/>
              <a:t>Introduce details about the case with key insights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GB" sz="54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5400" dirty="0"/>
              <a:t>Hint: You may have figure(s)/video(s)</a:t>
            </a:r>
            <a:br>
              <a:rPr lang="en-GB" sz="5400" dirty="0"/>
            </a:br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1966889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350" y="1755901"/>
            <a:ext cx="15630120" cy="2438022"/>
          </a:xfrm>
        </p:spPr>
        <p:txBody>
          <a:bodyPr/>
          <a:lstStyle/>
          <a:p>
            <a:r>
              <a:rPr lang="en-AU" b="1"/>
              <a:t>Case Study – Function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0589A-6706-5144-BCD3-12E2CD443333}"/>
              </a:ext>
            </a:extLst>
          </p:cNvPr>
          <p:cNvSpPr txBox="1"/>
          <p:nvPr/>
        </p:nvSpPr>
        <p:spPr>
          <a:xfrm>
            <a:off x="1594927" y="3732258"/>
            <a:ext cx="2183913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5400" dirty="0"/>
              <a:t>Introduce and/or demo the first </a:t>
            </a:r>
            <a:r>
              <a:rPr lang="en-GB" sz="5400" dirty="0">
                <a:solidFill>
                  <a:srgbClr val="FF0000"/>
                </a:solidFill>
                <a:highlight>
                  <a:srgbClr val="FFFF00"/>
                </a:highlight>
              </a:rPr>
              <a:t>killer/unique function(s)</a:t>
            </a:r>
          </a:p>
          <a:p>
            <a:r>
              <a:rPr lang="en-GB" sz="5400" dirty="0"/>
              <a:t>    Cover insights and design logic behind the function</a:t>
            </a:r>
          </a:p>
          <a:p>
            <a:r>
              <a:rPr lang="en-GB" sz="5400" dirty="0"/>
              <a:t>    Please do function analysis </a:t>
            </a:r>
            <a:r>
              <a:rPr lang="en-GB" sz="5400" b="1" dirty="0">
                <a:solidFill>
                  <a:srgbClr val="FF0000"/>
                </a:solidFill>
              </a:rPr>
              <a:t>(empathise, define, Ideate; same as </a:t>
            </a:r>
            <a:br>
              <a:rPr lang="en-GB" sz="5400" b="1" dirty="0">
                <a:solidFill>
                  <a:srgbClr val="FF0000"/>
                </a:solidFill>
              </a:rPr>
            </a:br>
            <a:r>
              <a:rPr lang="en-GB" sz="5400" b="1" dirty="0">
                <a:solidFill>
                  <a:srgbClr val="FF0000"/>
                </a:solidFill>
              </a:rPr>
              <a:t>    design thinking) </a:t>
            </a:r>
            <a:r>
              <a:rPr lang="en-GB" sz="5400" dirty="0">
                <a:solidFill>
                  <a:schemeClr val="tx1"/>
                </a:solidFill>
              </a:rPr>
              <a:t>+ </a:t>
            </a:r>
            <a:r>
              <a:rPr lang="en-GB" sz="5400" b="1" dirty="0"/>
              <a:t>suggestions/comments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GB" sz="54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5400" dirty="0"/>
              <a:t>Demo it</a:t>
            </a:r>
            <a:br>
              <a:rPr lang="en-GB" sz="5400" dirty="0"/>
            </a:br>
            <a:r>
              <a:rPr lang="en-GB" sz="5400" dirty="0"/>
              <a:t>Hint: You may have figure(s)/videos/real-time demo</a:t>
            </a:r>
            <a:br>
              <a:rPr lang="en-GB" sz="5400" dirty="0"/>
            </a:br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1246459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C4655-B88E-2A3C-1615-94A14E693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E8E5-60ED-A6A7-7940-33108540B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350" y="1755901"/>
            <a:ext cx="15630120" cy="2438022"/>
          </a:xfrm>
        </p:spPr>
        <p:txBody>
          <a:bodyPr/>
          <a:lstStyle/>
          <a:p>
            <a:r>
              <a:rPr lang="en-AU" b="1"/>
              <a:t>Case Study – Function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94B9BB-BC92-7D02-D2C1-19B0D8B2A535}"/>
              </a:ext>
            </a:extLst>
          </p:cNvPr>
          <p:cNvSpPr txBox="1"/>
          <p:nvPr/>
        </p:nvSpPr>
        <p:spPr>
          <a:xfrm>
            <a:off x="1594927" y="3732258"/>
            <a:ext cx="2183913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5400" dirty="0"/>
              <a:t>Introduce and/or demo the second </a:t>
            </a:r>
            <a:r>
              <a:rPr lang="en-GB" sz="5400" dirty="0">
                <a:solidFill>
                  <a:srgbClr val="FF0000"/>
                </a:solidFill>
                <a:highlight>
                  <a:srgbClr val="FFFF00"/>
                </a:highlight>
              </a:rPr>
              <a:t>killer/unique function(s)</a:t>
            </a:r>
          </a:p>
          <a:p>
            <a:r>
              <a:rPr lang="en-GB" sz="5400" dirty="0"/>
              <a:t>    Cover insights and design logic behind the function</a:t>
            </a:r>
          </a:p>
          <a:p>
            <a:r>
              <a:rPr lang="en-GB" sz="5400" dirty="0"/>
              <a:t>    Please do function analysis </a:t>
            </a:r>
            <a:r>
              <a:rPr lang="en-GB" sz="5400" b="1" dirty="0">
                <a:solidFill>
                  <a:srgbClr val="FF0000"/>
                </a:solidFill>
              </a:rPr>
              <a:t>(empathise, define, Ideate; same as </a:t>
            </a:r>
            <a:br>
              <a:rPr lang="en-GB" sz="5400" b="1" dirty="0">
                <a:solidFill>
                  <a:srgbClr val="FF0000"/>
                </a:solidFill>
              </a:rPr>
            </a:br>
            <a:r>
              <a:rPr lang="en-GB" sz="5400" b="1" dirty="0">
                <a:solidFill>
                  <a:srgbClr val="FF0000"/>
                </a:solidFill>
              </a:rPr>
              <a:t>    design thinking) </a:t>
            </a:r>
            <a:r>
              <a:rPr lang="en-GB" sz="5400" dirty="0">
                <a:solidFill>
                  <a:schemeClr val="tx1"/>
                </a:solidFill>
              </a:rPr>
              <a:t>+ </a:t>
            </a:r>
            <a:r>
              <a:rPr lang="en-GB" sz="5400" b="1" dirty="0"/>
              <a:t>suggestions/comments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GB" sz="54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5400" dirty="0"/>
              <a:t>Demo it</a:t>
            </a:r>
            <a:br>
              <a:rPr lang="en-GB" sz="5400" dirty="0"/>
            </a:br>
            <a:r>
              <a:rPr lang="en-GB" sz="5400" dirty="0"/>
              <a:t>Hint: You may have figure(s)/videos/real-time demo</a:t>
            </a:r>
            <a:br>
              <a:rPr lang="en-GB" sz="5400" dirty="0"/>
            </a:br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840622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tabLst>
                <a:tab pos="2841625" algn="l"/>
              </a:tabLst>
            </a:pPr>
            <a:r>
              <a:rPr lang="en-US"/>
              <a:t>Thank</a:t>
            </a:r>
            <a:br>
              <a:rPr lang="en-US"/>
            </a:br>
            <a:r>
              <a:rPr lang="en-US"/>
              <a:t>	you</a:t>
            </a:r>
          </a:p>
        </p:txBody>
      </p:sp>
    </p:spTree>
    <p:extLst>
      <p:ext uri="{BB962C8B-B14F-4D97-AF65-F5344CB8AC3E}">
        <p14:creationId xmlns:p14="http://schemas.microsoft.com/office/powerpoint/2010/main" val="6192773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F4BEB"/>
      </a:accent1>
      <a:accent2>
        <a:srgbClr val="FF2305"/>
      </a:accent2>
      <a:accent3>
        <a:srgbClr val="323232"/>
      </a:accent3>
      <a:accent4>
        <a:srgbClr val="B2B2B2"/>
      </a:accent4>
      <a:accent5>
        <a:srgbClr val="EBEBEB"/>
      </a:accent5>
      <a:accent6>
        <a:srgbClr val="FF960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DAEFE37A0F241A2730F584627EF6C" ma:contentTypeVersion="7" ma:contentTypeDescription="Create a new document." ma:contentTypeScope="" ma:versionID="fa25574bc35009a2878b97585cace7ec">
  <xsd:schema xmlns:xsd="http://www.w3.org/2001/XMLSchema" xmlns:xs="http://www.w3.org/2001/XMLSchema" xmlns:p="http://schemas.microsoft.com/office/2006/metadata/properties" xmlns:ns2="7f410b07-6c64-432e-a005-59892231dd87" targetNamespace="http://schemas.microsoft.com/office/2006/metadata/properties" ma:root="true" ma:fieldsID="51ba13249ce3f2ea25d85e0460927639" ns2:_="">
    <xsd:import namespace="7f410b07-6c64-432e-a005-59892231dd8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410b07-6c64-432e-a005-59892231dd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78B3A78-5E6E-4B7C-A6BD-3116F2AFEBD0}"/>
</file>

<file path=customXml/itemProps2.xml><?xml version="1.0" encoding="utf-8"?>
<ds:datastoreItem xmlns:ds="http://schemas.openxmlformats.org/officeDocument/2006/customXml" ds:itemID="{FCBE11AE-2FDA-4AE5-9819-BD8FA8C3C859}">
  <ds:schemaRefs>
    <ds:schemaRef ds:uri="http://www.w3.org/XML/1998/namespace"/>
    <ds:schemaRef ds:uri="http://schemas.microsoft.com/office/2006/metadata/properties"/>
    <ds:schemaRef ds:uri="http://purl.org/dc/elements/1.1/"/>
    <ds:schemaRef ds:uri="f2d88f55-7ec4-464b-b277-ef1248de92f9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50e96731-d6aa-4bd8-a59f-cc03c341aaf9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6FBBECC-9673-47FE-B4A0-C821415E4D1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</Words>
  <Application>Microsoft Macintosh PowerPoint</Application>
  <PresentationFormat>Custom</PresentationFormat>
  <Paragraphs>34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Helvetica Neue</vt:lpstr>
      <vt:lpstr>Arial</vt:lpstr>
      <vt:lpstr>Default</vt:lpstr>
      <vt:lpstr>Software Innovation Studio</vt:lpstr>
      <vt:lpstr>The targeted market</vt:lpstr>
      <vt:lpstr>The targeted market</vt:lpstr>
      <vt:lpstr>Case Study</vt:lpstr>
      <vt:lpstr>Case Study – Function 1</vt:lpstr>
      <vt:lpstr>Case Study – Function 2</vt:lpstr>
      <vt:lpstr>Thank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Studio 1A</dc:title>
  <cp:lastModifiedBy>YK Wang</cp:lastModifiedBy>
  <cp:revision>1</cp:revision>
  <cp:lastPrinted>2019-03-26T00:47:01Z</cp:lastPrinted>
  <dcterms:modified xsi:type="dcterms:W3CDTF">2025-08-23T13:21:54Z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1a6c3db-1667-4f49-995a-8b9973972958_Enabled">
    <vt:lpwstr>true</vt:lpwstr>
  </property>
  <property fmtid="{D5CDD505-2E9C-101B-9397-08002B2CF9AE}" pid="3" name="MSIP_Label_51a6c3db-1667-4f49-995a-8b9973972958_SetDate">
    <vt:lpwstr>2021-03-08T13:20:26Z</vt:lpwstr>
  </property>
  <property fmtid="{D5CDD505-2E9C-101B-9397-08002B2CF9AE}" pid="4" name="MSIP_Label_51a6c3db-1667-4f49-995a-8b9973972958_Method">
    <vt:lpwstr>Privileged</vt:lpwstr>
  </property>
  <property fmtid="{D5CDD505-2E9C-101B-9397-08002B2CF9AE}" pid="5" name="MSIP_Label_51a6c3db-1667-4f49-995a-8b9973972958_Name">
    <vt:lpwstr>UTS-Internal</vt:lpwstr>
  </property>
  <property fmtid="{D5CDD505-2E9C-101B-9397-08002B2CF9AE}" pid="6" name="MSIP_Label_51a6c3db-1667-4f49-995a-8b9973972958_SiteId">
    <vt:lpwstr>e8911c26-cf9f-4a9c-878e-527807be8791</vt:lpwstr>
  </property>
  <property fmtid="{D5CDD505-2E9C-101B-9397-08002B2CF9AE}" pid="7" name="MSIP_Label_51a6c3db-1667-4f49-995a-8b9973972958_ActionId">
    <vt:lpwstr>e1523a27-12bf-45e8-b96f-e4e99f13fe88</vt:lpwstr>
  </property>
  <property fmtid="{D5CDD505-2E9C-101B-9397-08002B2CF9AE}" pid="8" name="MSIP_Label_51a6c3db-1667-4f49-995a-8b9973972958_ContentBits">
    <vt:lpwstr>0</vt:lpwstr>
  </property>
  <property fmtid="{D5CDD505-2E9C-101B-9397-08002B2CF9AE}" pid="9" name="ContentTypeId">
    <vt:lpwstr>0x010100E70DAEFE37A0F241A2730F584627EF6C</vt:lpwstr>
  </property>
  <property fmtid="{D5CDD505-2E9C-101B-9397-08002B2CF9AE}" pid="10" name="Order">
    <vt:r8>9900</vt:r8>
  </property>
  <property fmtid="{D5CDD505-2E9C-101B-9397-08002B2CF9AE}" pid="11" name="xd_Signature">
    <vt:bool>false</vt:bool>
  </property>
  <property fmtid="{D5CDD505-2E9C-101B-9397-08002B2CF9AE}" pid="12" name="xd_ProgID">
    <vt:lpwstr/>
  </property>
  <property fmtid="{D5CDD505-2E9C-101B-9397-08002B2CF9AE}" pid="13" name="_SourceUrl">
    <vt:lpwstr/>
  </property>
  <property fmtid="{D5CDD505-2E9C-101B-9397-08002B2CF9AE}" pid="14" name="_SharedFileIndex">
    <vt:lpwstr/>
  </property>
  <property fmtid="{D5CDD505-2E9C-101B-9397-08002B2CF9AE}" pid="15" name="ComplianceAssetId">
    <vt:lpwstr/>
  </property>
  <property fmtid="{D5CDD505-2E9C-101B-9397-08002B2CF9AE}" pid="16" name="TemplateUrl">
    <vt:lpwstr/>
  </property>
  <property fmtid="{D5CDD505-2E9C-101B-9397-08002B2CF9AE}" pid="17" name="_ExtendedDescription">
    <vt:lpwstr/>
  </property>
  <property fmtid="{D5CDD505-2E9C-101B-9397-08002B2CF9AE}" pid="18" name="TriggerFlowInfo">
    <vt:lpwstr/>
  </property>
  <property fmtid="{D5CDD505-2E9C-101B-9397-08002B2CF9AE}" pid="19" name="MediaServiceImageTags">
    <vt:lpwstr/>
  </property>
</Properties>
</file>